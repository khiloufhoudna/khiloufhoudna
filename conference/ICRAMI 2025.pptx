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72" r:id="rId8"/>
    <p:sldId id="274" r:id="rId9"/>
    <p:sldId id="262" r:id="rId10"/>
    <p:sldId id="263" r:id="rId11"/>
    <p:sldId id="276" r:id="rId12"/>
    <p:sldId id="265" r:id="rId13"/>
    <p:sldId id="266" r:id="rId14"/>
    <p:sldId id="267" r:id="rId15"/>
    <p:sldId id="268" r:id="rId16"/>
    <p:sldId id="269" r:id="rId17"/>
  </p:sldIdLst>
  <p:sldSz cx="9144000" cy="5143500" type="screen16x9"/>
  <p:notesSz cx="6858000" cy="9144000"/>
  <p:embeddedFontLst>
    <p:embeddedFont>
      <p:font typeface="Arial Rounded MT Bold" panose="020F0704030504030204" pitchFamily="34" charset="0"/>
      <p:regular r:id="rId19"/>
    </p:embeddedFont>
    <p:embeddedFont>
      <p:font typeface="Fira Sans" panose="020B0503050000020004" pitchFamily="34" charset="0"/>
      <p:regular r:id="rId20"/>
      <p:bold r:id="rId21"/>
      <p:italic r:id="rId22"/>
      <p:boldItalic r:id="rId23"/>
    </p:embeddedFont>
    <p:embeddedFont>
      <p:font typeface="Fira Sans Extra Condensed" panose="020B0503050000020004" pitchFamily="34" charset="0"/>
      <p:regular r:id="rId24"/>
      <p:bold r:id="rId25"/>
      <p:italic r:id="rId26"/>
      <p:boldItalic r:id="rId27"/>
    </p:embeddedFont>
    <p:embeddedFont>
      <p:font typeface="Fira Sans Extra Condensed Black" panose="020B0A03050000020004" pitchFamily="34" charset="0"/>
      <p:bold r:id="rId28"/>
      <p:boldItalic r:id="rId29"/>
    </p:embeddedFont>
    <p:embeddedFont>
      <p:font typeface="Fira Sans Extra Condensed Medium" panose="020B0604020202020204" charset="0"/>
      <p:regular r:id="rId30"/>
      <p:bold r:id="rId31"/>
      <p:italic r:id="rId32"/>
      <p:boldItalic r:id="rId33"/>
    </p:embeddedFont>
    <p:embeddedFont>
      <p:font typeface="Fira Sans Extra Condensed SemiBold" panose="020B0604020202020204" charset="0"/>
      <p:regular r:id="rId34"/>
      <p:bold r:id="rId35"/>
      <p:italic r:id="rId36"/>
      <p:boldItalic r:id="rId37"/>
    </p:embeddedFont>
    <p:embeddedFont>
      <p:font typeface="Lato Light" panose="020F0502020204030203" pitchFamily="34" charset="0"/>
      <p:regular r:id="rId38"/>
      <p:bold r:id="rId39"/>
      <p:italic r:id="rId40"/>
      <p:boldItalic r:id="rId41"/>
    </p:embeddedFont>
    <p:embeddedFont>
      <p:font typeface="Oswald" panose="00000500000000000000" pitchFamily="2" charset="0"/>
      <p:regular r:id="rId42"/>
      <p:bold r:id="rId43"/>
    </p:embeddedFont>
    <p:embeddedFont>
      <p:font typeface="Roboto" panose="02000000000000000000" pitchFamily="2" charset="0"/>
      <p:regular r:id="rId44"/>
      <p:bold r:id="rId45"/>
      <p:italic r:id="rId46"/>
      <p:boldItalic r:id="rId47"/>
    </p:embeddedFont>
    <p:embeddedFont>
      <p:font typeface="Roboto Medium" panose="02000000000000000000" pitchFamily="2" charset="0"/>
      <p:regular r:id="rId48"/>
      <p:bold r:id="rId49"/>
      <p:italic r:id="rId50"/>
      <p:boldItalic r:id="rId51"/>
    </p:embeddedFont>
    <p:embeddedFont>
      <p:font typeface="Trebuchet MS" panose="020B0603020202020204" pitchFamily="34" charset="0"/>
      <p:regular r:id="rId52"/>
      <p:bold r:id="rId53"/>
      <p:italic r:id="rId54"/>
      <p:boldItalic r:id="rId5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28FDE93-0C28-4FC6-A60D-DB6B3FC97A3E}">
  <a:tblStyle styleId="{628FDE93-0C28-4FC6-A60D-DB6B3FC97A3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4778" autoAdjust="0"/>
    <p:restoredTop sz="84274" autoAdjust="0"/>
  </p:normalViewPr>
  <p:slideViewPr>
    <p:cSldViewPr snapToGrid="0">
      <p:cViewPr varScale="1">
        <p:scale>
          <a:sx n="89" d="100"/>
          <a:sy n="89" d="100"/>
        </p:scale>
        <p:origin x="864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39" Type="http://schemas.openxmlformats.org/officeDocument/2006/relationships/font" Target="fonts/font21.fntdata"/><Relationship Id="rId21" Type="http://schemas.openxmlformats.org/officeDocument/2006/relationships/font" Target="fonts/font3.fntdata"/><Relationship Id="rId34" Type="http://schemas.openxmlformats.org/officeDocument/2006/relationships/font" Target="fonts/font16.fntdata"/><Relationship Id="rId42" Type="http://schemas.openxmlformats.org/officeDocument/2006/relationships/font" Target="fonts/font24.fntdata"/><Relationship Id="rId47" Type="http://schemas.openxmlformats.org/officeDocument/2006/relationships/font" Target="fonts/font29.fntdata"/><Relationship Id="rId50" Type="http://schemas.openxmlformats.org/officeDocument/2006/relationships/font" Target="fonts/font32.fntdata"/><Relationship Id="rId55" Type="http://schemas.openxmlformats.org/officeDocument/2006/relationships/font" Target="fonts/font37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font" Target="fonts/font11.fntdata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32" Type="http://schemas.openxmlformats.org/officeDocument/2006/relationships/font" Target="fonts/font14.fntdata"/><Relationship Id="rId37" Type="http://schemas.openxmlformats.org/officeDocument/2006/relationships/font" Target="fonts/font19.fntdata"/><Relationship Id="rId40" Type="http://schemas.openxmlformats.org/officeDocument/2006/relationships/font" Target="fonts/font22.fntdata"/><Relationship Id="rId45" Type="http://schemas.openxmlformats.org/officeDocument/2006/relationships/font" Target="fonts/font27.fntdata"/><Relationship Id="rId53" Type="http://schemas.openxmlformats.org/officeDocument/2006/relationships/font" Target="fonts/font35.fntdata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font" Target="fonts/font9.fntdata"/><Relationship Id="rId30" Type="http://schemas.openxmlformats.org/officeDocument/2006/relationships/font" Target="fonts/font12.fntdata"/><Relationship Id="rId35" Type="http://schemas.openxmlformats.org/officeDocument/2006/relationships/font" Target="fonts/font17.fntdata"/><Relationship Id="rId43" Type="http://schemas.openxmlformats.org/officeDocument/2006/relationships/font" Target="fonts/font25.fntdata"/><Relationship Id="rId48" Type="http://schemas.openxmlformats.org/officeDocument/2006/relationships/font" Target="fonts/font30.fntdata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font" Target="fonts/font33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33" Type="http://schemas.openxmlformats.org/officeDocument/2006/relationships/font" Target="fonts/font15.fntdata"/><Relationship Id="rId38" Type="http://schemas.openxmlformats.org/officeDocument/2006/relationships/font" Target="fonts/font20.fntdata"/><Relationship Id="rId46" Type="http://schemas.openxmlformats.org/officeDocument/2006/relationships/font" Target="fonts/font28.fntdata"/><Relationship Id="rId59" Type="http://schemas.openxmlformats.org/officeDocument/2006/relationships/tableStyles" Target="tableStyles.xml"/><Relationship Id="rId20" Type="http://schemas.openxmlformats.org/officeDocument/2006/relationships/font" Target="fonts/font2.fntdata"/><Relationship Id="rId41" Type="http://schemas.openxmlformats.org/officeDocument/2006/relationships/font" Target="fonts/font23.fntdata"/><Relationship Id="rId54" Type="http://schemas.openxmlformats.org/officeDocument/2006/relationships/font" Target="fonts/font3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font" Target="fonts/font10.fntdata"/><Relationship Id="rId36" Type="http://schemas.openxmlformats.org/officeDocument/2006/relationships/font" Target="fonts/font18.fntdata"/><Relationship Id="rId49" Type="http://schemas.openxmlformats.org/officeDocument/2006/relationships/font" Target="fonts/font31.fntdata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font" Target="fonts/font13.fntdata"/><Relationship Id="rId44" Type="http://schemas.openxmlformats.org/officeDocument/2006/relationships/font" Target="fonts/font26.fntdata"/><Relationship Id="rId52" Type="http://schemas.openxmlformats.org/officeDocument/2006/relationships/font" Target="fonts/font3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gd206afaa8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" name="Google Shape;51;gd206afaa83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98adbe683b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98adbe683b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8470420211_0_1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8470420211_0_1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8470420211_0_1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8470420211_0_1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 algn="l">
              <a:buNone/>
            </a:pPr>
            <a:endParaRPr 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8328311de1_0_1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8328311de1_0_1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latin typeface="Arial Rounded MT Bold" panose="020F0704030504030204" pitchFamily="34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8328311de1_0_1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8328311de1_0_1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8328311de1_0_1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8328311de1_0_1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3154421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8328311de1_0_1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8328311de1_0_1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6707023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917d3ea687_0_2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917d3ea687_0_2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8328311de1_0_2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38328311de1_0_2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38328311de1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6" name="Google Shape;256;g38328311de1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60048745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38470420211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5" name="Google Shape;305;g38470420211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9c73459845_0_20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9" name="Google Shape;349;g9c73459845_0_20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/>
            <a:endParaRPr lang="en-US" sz="2000" b="0" i="0" dirty="0">
              <a:solidFill>
                <a:srgbClr val="F9FAFB"/>
              </a:solidFill>
              <a:effectLst/>
              <a:latin typeface="quote-cjk-patch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g9c73459845_0_5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0" name="Google Shape;380;g9c73459845_0_51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lang="en-US" sz="1400" dirty="0">
              <a:solidFill>
                <a:srgbClr val="000000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g9c73459845_0_5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5" name="Google Shape;405;g9c73459845_0_5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g38470420211_0_1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0" name="Google Shape;430;g38470420211_0_1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987356" y="1629550"/>
            <a:ext cx="3422400" cy="152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987356" y="3147050"/>
            <a:ext cx="3607200" cy="36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481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Fira Sans Extra Condensed"/>
              <a:buNone/>
              <a:defRPr sz="3000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Fira Sans Extra Condensed"/>
              <a:buNone/>
              <a:defRPr sz="3000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Fira Sans Extra Condensed"/>
              <a:buNone/>
              <a:defRPr sz="3000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Fira Sans Extra Condensed"/>
              <a:buNone/>
              <a:defRPr sz="3000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Fira Sans Extra Condensed"/>
              <a:buNone/>
              <a:defRPr sz="3000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Fira Sans Extra Condensed"/>
              <a:buNone/>
              <a:defRPr sz="3000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Fira Sans Extra Condensed"/>
              <a:buNone/>
              <a:defRPr sz="3000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Fira Sans Extra Condensed"/>
              <a:buNone/>
              <a:defRPr sz="3000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Fira Sans Extra Condensed"/>
              <a:buNone/>
              <a:defRPr sz="3000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9" name="Google Shape;29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3" name="Google Shape;33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" name="Google Shape;36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2" name="Google Shape;42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5" name="Google Shape;45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6" name="Google Shape;46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SemiBold"/>
              <a:buNone/>
              <a:defRPr sz="28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SemiBold"/>
              <a:buNone/>
              <a:defRPr sz="28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SemiBold"/>
              <a:buNone/>
              <a:defRPr sz="28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SemiBold"/>
              <a:buNone/>
              <a:defRPr sz="28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SemiBold"/>
              <a:buNone/>
              <a:defRPr sz="28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SemiBold"/>
              <a:buNone/>
              <a:defRPr sz="28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SemiBold"/>
              <a:buNone/>
              <a:defRPr sz="28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SemiBold"/>
              <a:buNone/>
              <a:defRPr sz="28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SemiBold"/>
              <a:buNone/>
              <a:defRPr sz="28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  <a:defRPr sz="1800"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Relationship Id="rId5" Type="http://schemas.openxmlformats.org/officeDocument/2006/relationships/image" Target="../media/image1.png"/><Relationship Id="rId4" Type="http://schemas.openxmlformats.org/officeDocument/2006/relationships/hyperlink" Target="mailto:h.khilouf@univ-eltarf.dz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hyperlink" Target="mailto:h.khilouf@univ-eltarf.dz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3"/>
          <p:cNvSpPr txBox="1">
            <a:spLocks noGrp="1"/>
          </p:cNvSpPr>
          <p:nvPr>
            <p:ph type="ctrTitle"/>
          </p:nvPr>
        </p:nvSpPr>
        <p:spPr>
          <a:xfrm>
            <a:off x="607967" y="1266900"/>
            <a:ext cx="7787100" cy="152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dirty="0">
                <a:solidFill>
                  <a:schemeClr val="accent5"/>
                </a:solidFill>
              </a:rPr>
              <a:t>Dz-Emotion: An Algerian Dialect Dataset for Text Based Emotion Detection</a:t>
            </a:r>
            <a:endParaRPr sz="3600" dirty="0">
              <a:solidFill>
                <a:schemeClr val="accent5"/>
              </a:solidFill>
            </a:endParaRPr>
          </a:p>
        </p:txBody>
      </p:sp>
      <p:sp>
        <p:nvSpPr>
          <p:cNvPr id="54" name="Google Shape;54;p13"/>
          <p:cNvSpPr txBox="1">
            <a:spLocks noGrp="1"/>
          </p:cNvSpPr>
          <p:nvPr>
            <p:ph type="subTitle" idx="1"/>
          </p:nvPr>
        </p:nvSpPr>
        <p:spPr>
          <a:xfrm>
            <a:off x="2582823" y="3646183"/>
            <a:ext cx="4349100" cy="136319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latin typeface="Trebuchet MS"/>
                <a:ea typeface="Trebuchet MS"/>
                <a:cs typeface="Trebuchet MS"/>
                <a:sym typeface="Trebuchet MS"/>
              </a:rPr>
              <a:t>Houdna Khilouf </a:t>
            </a:r>
            <a:endParaRPr lang="en-CH" b="1" dirty="0">
              <a:latin typeface="Trebuchet MS"/>
              <a:ea typeface="Trebuchet MS"/>
              <a:cs typeface="Trebuchet MS"/>
              <a:sym typeface="Trebuchet M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H" b="1" dirty="0" err="1">
                <a:latin typeface="Trebuchet MS"/>
                <a:ea typeface="Trebuchet MS"/>
                <a:cs typeface="Trebuchet MS"/>
                <a:sym typeface="Trebuchet MS"/>
              </a:rPr>
              <a:t>Ph.D</a:t>
            </a:r>
            <a:r>
              <a:rPr lang="en-CH" b="1" dirty="0">
                <a:latin typeface="Trebuchet MS"/>
                <a:ea typeface="Trebuchet MS"/>
                <a:cs typeface="Trebuchet MS"/>
                <a:sym typeface="Trebuchet MS"/>
              </a:rPr>
              <a:t> in Data Science </a:t>
            </a:r>
            <a:endParaRPr b="1" dirty="0">
              <a:latin typeface="Trebuchet MS"/>
              <a:ea typeface="Trebuchet MS"/>
              <a:cs typeface="Trebuchet MS"/>
              <a:sym typeface="Trebuchet M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latin typeface="Trebuchet MS"/>
                <a:ea typeface="Trebuchet MS"/>
                <a:cs typeface="Trebuchet MS"/>
                <a:sym typeface="Trebuchet MS"/>
              </a:rPr>
              <a:t>LIMA Laboratory</a:t>
            </a:r>
            <a:br>
              <a:rPr lang="en" b="1" dirty="0">
                <a:latin typeface="Trebuchet MS"/>
                <a:ea typeface="Trebuchet MS"/>
                <a:cs typeface="Trebuchet MS"/>
                <a:sym typeface="Trebuchet MS"/>
              </a:rPr>
            </a:br>
            <a:r>
              <a:rPr lang="en" b="1" dirty="0">
                <a:latin typeface="Trebuchet MS"/>
                <a:ea typeface="Trebuchet MS"/>
                <a:cs typeface="Trebuchet MS"/>
                <a:sym typeface="Trebuchet MS"/>
              </a:rPr>
              <a:t>Chadli Bendjedid University El Tarf, Algeria</a:t>
            </a:r>
            <a:endParaRPr lang="en-CH" b="1" dirty="0">
              <a:latin typeface="Trebuchet MS"/>
              <a:ea typeface="Trebuchet MS"/>
              <a:cs typeface="Trebuchet MS"/>
              <a:sym typeface="Trebuchet MS"/>
            </a:endParaRPr>
          </a:p>
          <a:p>
            <a:pPr marL="0" indent="0">
              <a:lnSpc>
                <a:spcPct val="100000"/>
              </a:lnSpc>
            </a:pPr>
            <a:r>
              <a:rPr lang="en-US" b="1" dirty="0">
                <a:solidFill>
                  <a:schemeClr val="hlink"/>
                </a:solidFill>
                <a:uFill>
                  <a:noFill/>
                </a:uFill>
                <a:latin typeface="Trebuchet MS"/>
                <a:ea typeface="Trebuchet MS"/>
                <a:cs typeface="Trebuchet MS"/>
                <a:sym typeface="Trebuchet MS"/>
                <a:hlinkClick r:id="rId4"/>
              </a:rPr>
              <a:t>h.khilouf@univ-eltarf.dz</a:t>
            </a:r>
            <a:endParaRPr lang="en-US" b="1" dirty="0">
              <a:latin typeface="Trebuchet MS"/>
              <a:ea typeface="Trebuchet MS"/>
              <a:cs typeface="Trebuchet MS"/>
              <a:sym typeface="Trebuchet M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b="1" dirty="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4294967295"/>
          </p:nvPr>
        </p:nvSpPr>
        <p:spPr>
          <a:xfrm>
            <a:off x="155050" y="2674941"/>
            <a:ext cx="8833899" cy="4222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dirty="0">
                <a:latin typeface="Trebuchet MS"/>
                <a:ea typeface="Trebuchet MS"/>
                <a:cs typeface="Trebuchet MS"/>
                <a:sym typeface="Trebuchet MS"/>
              </a:rPr>
              <a:t>Houdna Khilouf, Amel Ziani, Nada Ahmed Malek, Didier Schwab, Mohamed Amine Yakoubi</a:t>
            </a:r>
            <a:endParaRPr sz="1600" b="1" dirty="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57" name="Google Shape;57;p13"/>
          <p:cNvSpPr txBox="1">
            <a:spLocks noGrp="1"/>
          </p:cNvSpPr>
          <p:nvPr>
            <p:ph type="subTitle" idx="4294967295"/>
          </p:nvPr>
        </p:nvSpPr>
        <p:spPr>
          <a:xfrm>
            <a:off x="0" y="128588"/>
            <a:ext cx="7786688" cy="12668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latin typeface="Trebuchet MS"/>
                <a:ea typeface="Trebuchet MS"/>
                <a:cs typeface="Trebuchet MS"/>
                <a:sym typeface="Trebuchet MS"/>
              </a:rPr>
              <a:t>The Second Edition of the International Conference on Recent Advances in Mathematics and Informatics (ICRAMI'2025)</a:t>
            </a:r>
            <a:endParaRPr sz="2000" b="1" dirty="0">
              <a:latin typeface="Trebuchet MS"/>
              <a:ea typeface="Trebuchet MS"/>
              <a:cs typeface="Trebuchet MS"/>
              <a:sym typeface="Trebuchet MS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latin typeface="Trebuchet MS"/>
                <a:ea typeface="Trebuchet MS"/>
                <a:cs typeface="Trebuchet MS"/>
                <a:sym typeface="Trebuchet MS"/>
              </a:rPr>
              <a:t>20-23 November 2025  Sousse (Tunisia)</a:t>
            </a:r>
            <a:endParaRPr sz="2000" b="1" dirty="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56" name="Google Shape;56;p13"/>
          <p:cNvSpPr/>
          <p:nvPr/>
        </p:nvSpPr>
        <p:spPr>
          <a:xfrm>
            <a:off x="2582823" y="3389863"/>
            <a:ext cx="3837390" cy="193071"/>
          </a:xfrm>
          <a:custGeom>
            <a:avLst/>
            <a:gdLst/>
            <a:ahLst/>
            <a:cxnLst/>
            <a:rect l="l" t="t" r="r" b="b"/>
            <a:pathLst>
              <a:path w="31302" h="3150" extrusionOk="0">
                <a:moveTo>
                  <a:pt x="0" y="0"/>
                </a:moveTo>
                <a:lnTo>
                  <a:pt x="0" y="3149"/>
                </a:lnTo>
                <a:lnTo>
                  <a:pt x="31302" y="3149"/>
                </a:lnTo>
                <a:lnTo>
                  <a:pt x="31302" y="0"/>
                </a:lnTo>
                <a:close/>
              </a:path>
            </a:pathLst>
          </a:custGeom>
          <a:solidFill>
            <a:schemeClr val="accent5"/>
          </a:solidFill>
          <a:ln>
            <a:solidFill>
              <a:schemeClr val="accent5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4846674-F504-4851-AB6C-CA849C481A1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-28719"/>
            <a:ext cx="9144000" cy="1324783"/>
          </a:xfrm>
          <a:prstGeom prst="rect">
            <a:avLst/>
          </a:prstGeom>
        </p:spPr>
      </p:pic>
    </p:spTree>
  </p:cSld>
  <p:clrMapOvr>
    <a:overrideClrMapping bg1="lt1" tx1="dk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4" name="Google Shape;64;p14"/>
          <p:cNvCxnSpPr>
            <a:cxnSpLocks/>
          </p:cNvCxnSpPr>
          <p:nvPr/>
        </p:nvCxnSpPr>
        <p:spPr>
          <a:xfrm>
            <a:off x="3967786" y="3840969"/>
            <a:ext cx="1154108" cy="521601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6" name="Google Shape;66;p14"/>
          <p:cNvCxnSpPr>
            <a:endCxn id="67" idx="6"/>
          </p:cNvCxnSpPr>
          <p:nvPr/>
        </p:nvCxnSpPr>
        <p:spPr>
          <a:xfrm rot="10800000">
            <a:off x="2852380" y="2965205"/>
            <a:ext cx="521700" cy="0"/>
          </a:xfrm>
          <a:prstGeom prst="straightConnector1">
            <a:avLst/>
          </a:prstGeom>
          <a:noFill/>
          <a:ln w="9525" cap="flat" cmpd="sng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8" name="Google Shape;68;p14"/>
          <p:cNvCxnSpPr>
            <a:stCxn id="69" idx="2"/>
          </p:cNvCxnSpPr>
          <p:nvPr/>
        </p:nvCxnSpPr>
        <p:spPr>
          <a:xfrm rot="10800000">
            <a:off x="5788205" y="2959442"/>
            <a:ext cx="524100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0" name="Google Shape;70;p14"/>
          <p:cNvCxnSpPr>
            <a:endCxn id="71" idx="6"/>
          </p:cNvCxnSpPr>
          <p:nvPr/>
        </p:nvCxnSpPr>
        <p:spPr>
          <a:xfrm rot="10800000">
            <a:off x="2852380" y="1399480"/>
            <a:ext cx="1207500" cy="4932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2" name="Google Shape;72;p14"/>
          <p:cNvCxnSpPr>
            <a:endCxn id="73" idx="2"/>
          </p:cNvCxnSpPr>
          <p:nvPr/>
        </p:nvCxnSpPr>
        <p:spPr>
          <a:xfrm rot="10800000" flipH="1">
            <a:off x="5157230" y="1394805"/>
            <a:ext cx="1170000" cy="4980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74" name="Google Shape;74;p14"/>
          <p:cNvGrpSpPr/>
          <p:nvPr/>
        </p:nvGrpSpPr>
        <p:grpSpPr>
          <a:xfrm>
            <a:off x="3315658" y="1700767"/>
            <a:ext cx="2512460" cy="2509885"/>
            <a:chOff x="1187925" y="238125"/>
            <a:chExt cx="5244125" cy="5238750"/>
          </a:xfrm>
        </p:grpSpPr>
        <p:sp>
          <p:nvSpPr>
            <p:cNvPr id="75" name="Google Shape;75;p14"/>
            <p:cNvSpPr/>
            <p:nvPr/>
          </p:nvSpPr>
          <p:spPr>
            <a:xfrm>
              <a:off x="3915075" y="1660975"/>
              <a:ext cx="167100" cy="221000"/>
            </a:xfrm>
            <a:custGeom>
              <a:avLst/>
              <a:gdLst/>
              <a:ahLst/>
              <a:cxnLst/>
              <a:rect l="l" t="t" r="r" b="b"/>
              <a:pathLst>
                <a:path w="6684" h="8840" extrusionOk="0">
                  <a:moveTo>
                    <a:pt x="2587" y="1"/>
                  </a:moveTo>
                  <a:lnTo>
                    <a:pt x="2587" y="1"/>
                  </a:lnTo>
                  <a:lnTo>
                    <a:pt x="2803" y="432"/>
                  </a:lnTo>
                  <a:lnTo>
                    <a:pt x="3019" y="863"/>
                  </a:lnTo>
                  <a:lnTo>
                    <a:pt x="3234" y="1294"/>
                  </a:lnTo>
                  <a:lnTo>
                    <a:pt x="3450" y="1510"/>
                  </a:lnTo>
                  <a:lnTo>
                    <a:pt x="3881" y="1510"/>
                  </a:lnTo>
                  <a:lnTo>
                    <a:pt x="3881" y="1510"/>
                  </a:lnTo>
                  <a:lnTo>
                    <a:pt x="3665" y="2157"/>
                  </a:lnTo>
                  <a:lnTo>
                    <a:pt x="3234" y="2588"/>
                  </a:lnTo>
                  <a:lnTo>
                    <a:pt x="3234" y="2588"/>
                  </a:lnTo>
                  <a:lnTo>
                    <a:pt x="4743" y="4744"/>
                  </a:lnTo>
                  <a:lnTo>
                    <a:pt x="5606" y="5606"/>
                  </a:lnTo>
                  <a:lnTo>
                    <a:pt x="6684" y="6253"/>
                  </a:lnTo>
                  <a:lnTo>
                    <a:pt x="6684" y="6253"/>
                  </a:lnTo>
                  <a:lnTo>
                    <a:pt x="6684" y="7331"/>
                  </a:lnTo>
                  <a:lnTo>
                    <a:pt x="6252" y="7978"/>
                  </a:lnTo>
                  <a:lnTo>
                    <a:pt x="5390" y="8193"/>
                  </a:lnTo>
                  <a:lnTo>
                    <a:pt x="4528" y="8409"/>
                  </a:lnTo>
                  <a:lnTo>
                    <a:pt x="2587" y="8624"/>
                  </a:lnTo>
                  <a:lnTo>
                    <a:pt x="1725" y="8624"/>
                  </a:lnTo>
                  <a:lnTo>
                    <a:pt x="863" y="8840"/>
                  </a:lnTo>
                  <a:lnTo>
                    <a:pt x="863" y="8840"/>
                  </a:lnTo>
                  <a:lnTo>
                    <a:pt x="1078" y="8409"/>
                  </a:lnTo>
                  <a:lnTo>
                    <a:pt x="1078" y="7978"/>
                  </a:lnTo>
                  <a:lnTo>
                    <a:pt x="1078" y="7115"/>
                  </a:lnTo>
                  <a:lnTo>
                    <a:pt x="1078" y="6684"/>
                  </a:lnTo>
                  <a:lnTo>
                    <a:pt x="1294" y="6253"/>
                  </a:lnTo>
                  <a:lnTo>
                    <a:pt x="1725" y="6037"/>
                  </a:lnTo>
                  <a:lnTo>
                    <a:pt x="2372" y="5606"/>
                  </a:lnTo>
                  <a:lnTo>
                    <a:pt x="2372" y="5606"/>
                  </a:lnTo>
                  <a:lnTo>
                    <a:pt x="2372" y="5175"/>
                  </a:lnTo>
                  <a:lnTo>
                    <a:pt x="2156" y="4744"/>
                  </a:lnTo>
                  <a:lnTo>
                    <a:pt x="1510" y="4097"/>
                  </a:lnTo>
                  <a:lnTo>
                    <a:pt x="647" y="3666"/>
                  </a:lnTo>
                  <a:lnTo>
                    <a:pt x="216" y="3450"/>
                  </a:lnTo>
                  <a:lnTo>
                    <a:pt x="0" y="3019"/>
                  </a:lnTo>
                  <a:lnTo>
                    <a:pt x="0" y="3019"/>
                  </a:lnTo>
                  <a:lnTo>
                    <a:pt x="0" y="2372"/>
                  </a:lnTo>
                  <a:lnTo>
                    <a:pt x="0" y="1726"/>
                  </a:lnTo>
                  <a:lnTo>
                    <a:pt x="216" y="1294"/>
                  </a:lnTo>
                  <a:lnTo>
                    <a:pt x="647" y="863"/>
                  </a:lnTo>
                  <a:lnTo>
                    <a:pt x="1510" y="432"/>
                  </a:lnTo>
                  <a:lnTo>
                    <a:pt x="2587" y="1"/>
                  </a:lnTo>
                  <a:lnTo>
                    <a:pt x="2587" y="1"/>
                  </a:lnTo>
                  <a:close/>
                </a:path>
              </a:pathLst>
            </a:custGeom>
            <a:solidFill>
              <a:srgbClr val="0252A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14"/>
            <p:cNvSpPr/>
            <p:nvPr/>
          </p:nvSpPr>
          <p:spPr>
            <a:xfrm>
              <a:off x="3812675" y="1752600"/>
              <a:ext cx="113200" cy="97050"/>
            </a:xfrm>
            <a:custGeom>
              <a:avLst/>
              <a:gdLst/>
              <a:ahLst/>
              <a:cxnLst/>
              <a:rect l="l" t="t" r="r" b="b"/>
              <a:pathLst>
                <a:path w="4528" h="3882" extrusionOk="0">
                  <a:moveTo>
                    <a:pt x="4528" y="648"/>
                  </a:moveTo>
                  <a:lnTo>
                    <a:pt x="4528" y="648"/>
                  </a:lnTo>
                  <a:lnTo>
                    <a:pt x="4096" y="1510"/>
                  </a:lnTo>
                  <a:lnTo>
                    <a:pt x="3881" y="2157"/>
                  </a:lnTo>
                  <a:lnTo>
                    <a:pt x="3881" y="3019"/>
                  </a:lnTo>
                  <a:lnTo>
                    <a:pt x="3881" y="3019"/>
                  </a:lnTo>
                  <a:lnTo>
                    <a:pt x="1941" y="3666"/>
                  </a:lnTo>
                  <a:lnTo>
                    <a:pt x="1078" y="3881"/>
                  </a:lnTo>
                  <a:lnTo>
                    <a:pt x="431" y="3881"/>
                  </a:lnTo>
                  <a:lnTo>
                    <a:pt x="0" y="3666"/>
                  </a:lnTo>
                  <a:lnTo>
                    <a:pt x="0" y="3666"/>
                  </a:lnTo>
                  <a:lnTo>
                    <a:pt x="431" y="2588"/>
                  </a:lnTo>
                  <a:lnTo>
                    <a:pt x="647" y="1941"/>
                  </a:lnTo>
                  <a:lnTo>
                    <a:pt x="431" y="1294"/>
                  </a:lnTo>
                  <a:lnTo>
                    <a:pt x="431" y="1294"/>
                  </a:lnTo>
                  <a:lnTo>
                    <a:pt x="2372" y="216"/>
                  </a:lnTo>
                  <a:lnTo>
                    <a:pt x="3019" y="1"/>
                  </a:lnTo>
                  <a:lnTo>
                    <a:pt x="3450" y="1"/>
                  </a:lnTo>
                  <a:lnTo>
                    <a:pt x="4096" y="216"/>
                  </a:lnTo>
                  <a:lnTo>
                    <a:pt x="4528" y="648"/>
                  </a:lnTo>
                  <a:lnTo>
                    <a:pt x="4528" y="648"/>
                  </a:lnTo>
                  <a:close/>
                </a:path>
              </a:pathLst>
            </a:custGeom>
            <a:solidFill>
              <a:srgbClr val="0252A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14"/>
            <p:cNvSpPr/>
            <p:nvPr/>
          </p:nvSpPr>
          <p:spPr>
            <a:xfrm>
              <a:off x="5138525" y="3574325"/>
              <a:ext cx="194050" cy="361125"/>
            </a:xfrm>
            <a:custGeom>
              <a:avLst/>
              <a:gdLst/>
              <a:ahLst/>
              <a:cxnLst/>
              <a:rect l="l" t="t" r="r" b="b"/>
              <a:pathLst>
                <a:path w="7762" h="14445" extrusionOk="0">
                  <a:moveTo>
                    <a:pt x="6899" y="0"/>
                  </a:moveTo>
                  <a:lnTo>
                    <a:pt x="6899" y="0"/>
                  </a:lnTo>
                  <a:lnTo>
                    <a:pt x="7330" y="862"/>
                  </a:lnTo>
                  <a:lnTo>
                    <a:pt x="7546" y="1725"/>
                  </a:lnTo>
                  <a:lnTo>
                    <a:pt x="7762" y="2587"/>
                  </a:lnTo>
                  <a:lnTo>
                    <a:pt x="7762" y="3449"/>
                  </a:lnTo>
                  <a:lnTo>
                    <a:pt x="7330" y="5174"/>
                  </a:lnTo>
                  <a:lnTo>
                    <a:pt x="6684" y="6899"/>
                  </a:lnTo>
                  <a:lnTo>
                    <a:pt x="5174" y="10564"/>
                  </a:lnTo>
                  <a:lnTo>
                    <a:pt x="4312" y="12288"/>
                  </a:lnTo>
                  <a:lnTo>
                    <a:pt x="3881" y="13798"/>
                  </a:lnTo>
                  <a:lnTo>
                    <a:pt x="3881" y="13798"/>
                  </a:lnTo>
                  <a:lnTo>
                    <a:pt x="2372" y="14229"/>
                  </a:lnTo>
                  <a:lnTo>
                    <a:pt x="1725" y="14444"/>
                  </a:lnTo>
                  <a:lnTo>
                    <a:pt x="863" y="14013"/>
                  </a:lnTo>
                  <a:lnTo>
                    <a:pt x="863" y="14013"/>
                  </a:lnTo>
                  <a:lnTo>
                    <a:pt x="216" y="13366"/>
                  </a:lnTo>
                  <a:lnTo>
                    <a:pt x="0" y="12504"/>
                  </a:lnTo>
                  <a:lnTo>
                    <a:pt x="0" y="11642"/>
                  </a:lnTo>
                  <a:lnTo>
                    <a:pt x="216" y="10995"/>
                  </a:lnTo>
                  <a:lnTo>
                    <a:pt x="863" y="9486"/>
                  </a:lnTo>
                  <a:lnTo>
                    <a:pt x="1294" y="8192"/>
                  </a:lnTo>
                  <a:lnTo>
                    <a:pt x="1294" y="8192"/>
                  </a:lnTo>
                  <a:lnTo>
                    <a:pt x="1294" y="7114"/>
                  </a:lnTo>
                  <a:lnTo>
                    <a:pt x="1078" y="6252"/>
                  </a:lnTo>
                  <a:lnTo>
                    <a:pt x="1078" y="5390"/>
                  </a:lnTo>
                  <a:lnTo>
                    <a:pt x="1078" y="4958"/>
                  </a:lnTo>
                  <a:lnTo>
                    <a:pt x="1294" y="4527"/>
                  </a:lnTo>
                  <a:lnTo>
                    <a:pt x="1294" y="4527"/>
                  </a:lnTo>
                  <a:lnTo>
                    <a:pt x="1941" y="4096"/>
                  </a:lnTo>
                  <a:lnTo>
                    <a:pt x="2587" y="3881"/>
                  </a:lnTo>
                  <a:lnTo>
                    <a:pt x="3450" y="3665"/>
                  </a:lnTo>
                  <a:lnTo>
                    <a:pt x="4097" y="3234"/>
                  </a:lnTo>
                  <a:lnTo>
                    <a:pt x="4097" y="3234"/>
                  </a:lnTo>
                  <a:lnTo>
                    <a:pt x="4959" y="2587"/>
                  </a:lnTo>
                  <a:lnTo>
                    <a:pt x="5606" y="1725"/>
                  </a:lnTo>
                  <a:lnTo>
                    <a:pt x="6252" y="862"/>
                  </a:lnTo>
                  <a:lnTo>
                    <a:pt x="6899" y="0"/>
                  </a:lnTo>
                  <a:close/>
                </a:path>
              </a:pathLst>
            </a:custGeom>
            <a:solidFill>
              <a:srgbClr val="0252A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14"/>
            <p:cNvSpPr/>
            <p:nvPr/>
          </p:nvSpPr>
          <p:spPr>
            <a:xfrm>
              <a:off x="5138525" y="3574325"/>
              <a:ext cx="194050" cy="361125"/>
            </a:xfrm>
            <a:custGeom>
              <a:avLst/>
              <a:gdLst/>
              <a:ahLst/>
              <a:cxnLst/>
              <a:rect l="l" t="t" r="r" b="b"/>
              <a:pathLst>
                <a:path w="7762" h="14445" fill="none" extrusionOk="0">
                  <a:moveTo>
                    <a:pt x="6899" y="0"/>
                  </a:moveTo>
                  <a:lnTo>
                    <a:pt x="6899" y="0"/>
                  </a:lnTo>
                  <a:lnTo>
                    <a:pt x="7330" y="862"/>
                  </a:lnTo>
                  <a:lnTo>
                    <a:pt x="7546" y="1725"/>
                  </a:lnTo>
                  <a:lnTo>
                    <a:pt x="7762" y="2587"/>
                  </a:lnTo>
                  <a:lnTo>
                    <a:pt x="7762" y="3449"/>
                  </a:lnTo>
                  <a:lnTo>
                    <a:pt x="7330" y="5174"/>
                  </a:lnTo>
                  <a:lnTo>
                    <a:pt x="6684" y="6899"/>
                  </a:lnTo>
                  <a:lnTo>
                    <a:pt x="5174" y="10564"/>
                  </a:lnTo>
                  <a:lnTo>
                    <a:pt x="4312" y="12288"/>
                  </a:lnTo>
                  <a:lnTo>
                    <a:pt x="3881" y="13798"/>
                  </a:lnTo>
                  <a:lnTo>
                    <a:pt x="3881" y="13798"/>
                  </a:lnTo>
                  <a:lnTo>
                    <a:pt x="2372" y="14229"/>
                  </a:lnTo>
                  <a:lnTo>
                    <a:pt x="1725" y="14444"/>
                  </a:lnTo>
                  <a:lnTo>
                    <a:pt x="863" y="14013"/>
                  </a:lnTo>
                  <a:lnTo>
                    <a:pt x="863" y="14013"/>
                  </a:lnTo>
                  <a:lnTo>
                    <a:pt x="216" y="13366"/>
                  </a:lnTo>
                  <a:lnTo>
                    <a:pt x="0" y="12504"/>
                  </a:lnTo>
                  <a:lnTo>
                    <a:pt x="0" y="11642"/>
                  </a:lnTo>
                  <a:lnTo>
                    <a:pt x="216" y="10995"/>
                  </a:lnTo>
                  <a:lnTo>
                    <a:pt x="863" y="9486"/>
                  </a:lnTo>
                  <a:lnTo>
                    <a:pt x="1294" y="8192"/>
                  </a:lnTo>
                  <a:lnTo>
                    <a:pt x="1294" y="8192"/>
                  </a:lnTo>
                  <a:lnTo>
                    <a:pt x="1294" y="7114"/>
                  </a:lnTo>
                  <a:lnTo>
                    <a:pt x="1078" y="6252"/>
                  </a:lnTo>
                  <a:lnTo>
                    <a:pt x="1078" y="5390"/>
                  </a:lnTo>
                  <a:lnTo>
                    <a:pt x="1078" y="4958"/>
                  </a:lnTo>
                  <a:lnTo>
                    <a:pt x="1294" y="4527"/>
                  </a:lnTo>
                  <a:lnTo>
                    <a:pt x="1294" y="4527"/>
                  </a:lnTo>
                  <a:lnTo>
                    <a:pt x="1941" y="4096"/>
                  </a:lnTo>
                  <a:lnTo>
                    <a:pt x="2587" y="3881"/>
                  </a:lnTo>
                  <a:lnTo>
                    <a:pt x="3450" y="3665"/>
                  </a:lnTo>
                  <a:lnTo>
                    <a:pt x="4097" y="3234"/>
                  </a:lnTo>
                  <a:lnTo>
                    <a:pt x="4097" y="3234"/>
                  </a:lnTo>
                  <a:lnTo>
                    <a:pt x="4959" y="2587"/>
                  </a:lnTo>
                  <a:lnTo>
                    <a:pt x="5606" y="1725"/>
                  </a:lnTo>
                  <a:lnTo>
                    <a:pt x="6252" y="862"/>
                  </a:lnTo>
                  <a:lnTo>
                    <a:pt x="6899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14"/>
            <p:cNvSpPr/>
            <p:nvPr/>
          </p:nvSpPr>
          <p:spPr>
            <a:xfrm>
              <a:off x="1651425" y="696225"/>
              <a:ext cx="4317125" cy="4322550"/>
            </a:xfrm>
            <a:custGeom>
              <a:avLst/>
              <a:gdLst/>
              <a:ahLst/>
              <a:cxnLst/>
              <a:rect l="l" t="t" r="r" b="b"/>
              <a:pathLst>
                <a:path w="172685" h="172902" extrusionOk="0">
                  <a:moveTo>
                    <a:pt x="172685" y="86451"/>
                  </a:moveTo>
                  <a:lnTo>
                    <a:pt x="172685" y="86451"/>
                  </a:lnTo>
                  <a:lnTo>
                    <a:pt x="172685" y="90978"/>
                  </a:lnTo>
                  <a:lnTo>
                    <a:pt x="172253" y="95290"/>
                  </a:lnTo>
                  <a:lnTo>
                    <a:pt x="171822" y="99602"/>
                  </a:lnTo>
                  <a:lnTo>
                    <a:pt x="170960" y="103914"/>
                  </a:lnTo>
                  <a:lnTo>
                    <a:pt x="170098" y="108010"/>
                  </a:lnTo>
                  <a:lnTo>
                    <a:pt x="168804" y="112106"/>
                  </a:lnTo>
                  <a:lnTo>
                    <a:pt x="167511" y="116202"/>
                  </a:lnTo>
                  <a:lnTo>
                    <a:pt x="166001" y="120082"/>
                  </a:lnTo>
                  <a:lnTo>
                    <a:pt x="164277" y="123963"/>
                  </a:lnTo>
                  <a:lnTo>
                    <a:pt x="162337" y="127628"/>
                  </a:lnTo>
                  <a:lnTo>
                    <a:pt x="160181" y="131293"/>
                  </a:lnTo>
                  <a:lnTo>
                    <a:pt x="158025" y="134742"/>
                  </a:lnTo>
                  <a:lnTo>
                    <a:pt x="155653" y="138192"/>
                  </a:lnTo>
                  <a:lnTo>
                    <a:pt x="153066" y="141426"/>
                  </a:lnTo>
                  <a:lnTo>
                    <a:pt x="150264" y="144444"/>
                  </a:lnTo>
                  <a:lnTo>
                    <a:pt x="147461" y="147462"/>
                  </a:lnTo>
                  <a:lnTo>
                    <a:pt x="144443" y="150480"/>
                  </a:lnTo>
                  <a:lnTo>
                    <a:pt x="141209" y="153067"/>
                  </a:lnTo>
                  <a:lnTo>
                    <a:pt x="137975" y="155654"/>
                  </a:lnTo>
                  <a:lnTo>
                    <a:pt x="134742" y="158026"/>
                  </a:lnTo>
                  <a:lnTo>
                    <a:pt x="131077" y="160397"/>
                  </a:lnTo>
                  <a:lnTo>
                    <a:pt x="127627" y="162337"/>
                  </a:lnTo>
                  <a:lnTo>
                    <a:pt x="123747" y="164278"/>
                  </a:lnTo>
                  <a:lnTo>
                    <a:pt x="120082" y="166002"/>
                  </a:lnTo>
                  <a:lnTo>
                    <a:pt x="115986" y="167512"/>
                  </a:lnTo>
                  <a:lnTo>
                    <a:pt x="112105" y="169021"/>
                  </a:lnTo>
                  <a:lnTo>
                    <a:pt x="108009" y="170099"/>
                  </a:lnTo>
                  <a:lnTo>
                    <a:pt x="103697" y="170961"/>
                  </a:lnTo>
                  <a:lnTo>
                    <a:pt x="99601" y="171823"/>
                  </a:lnTo>
                  <a:lnTo>
                    <a:pt x="95289" y="172470"/>
                  </a:lnTo>
                  <a:lnTo>
                    <a:pt x="90762" y="172686"/>
                  </a:lnTo>
                  <a:lnTo>
                    <a:pt x="86450" y="172901"/>
                  </a:lnTo>
                  <a:lnTo>
                    <a:pt x="86450" y="172901"/>
                  </a:lnTo>
                  <a:lnTo>
                    <a:pt x="81923" y="172686"/>
                  </a:lnTo>
                  <a:lnTo>
                    <a:pt x="77611" y="172470"/>
                  </a:lnTo>
                  <a:lnTo>
                    <a:pt x="73300" y="171823"/>
                  </a:lnTo>
                  <a:lnTo>
                    <a:pt x="68988" y="170961"/>
                  </a:lnTo>
                  <a:lnTo>
                    <a:pt x="64892" y="170099"/>
                  </a:lnTo>
                  <a:lnTo>
                    <a:pt x="60796" y="169021"/>
                  </a:lnTo>
                  <a:lnTo>
                    <a:pt x="56699" y="167512"/>
                  </a:lnTo>
                  <a:lnTo>
                    <a:pt x="52819" y="166002"/>
                  </a:lnTo>
                  <a:lnTo>
                    <a:pt x="48938" y="164278"/>
                  </a:lnTo>
                  <a:lnTo>
                    <a:pt x="45273" y="162337"/>
                  </a:lnTo>
                  <a:lnTo>
                    <a:pt x="41608" y="160397"/>
                  </a:lnTo>
                  <a:lnTo>
                    <a:pt x="38159" y="158026"/>
                  </a:lnTo>
                  <a:lnTo>
                    <a:pt x="34710" y="155654"/>
                  </a:lnTo>
                  <a:lnTo>
                    <a:pt x="31476" y="153067"/>
                  </a:lnTo>
                  <a:lnTo>
                    <a:pt x="28242" y="150480"/>
                  </a:lnTo>
                  <a:lnTo>
                    <a:pt x="25224" y="147462"/>
                  </a:lnTo>
                  <a:lnTo>
                    <a:pt x="22421" y="144444"/>
                  </a:lnTo>
                  <a:lnTo>
                    <a:pt x="19834" y="141426"/>
                  </a:lnTo>
                  <a:lnTo>
                    <a:pt x="17247" y="138192"/>
                  </a:lnTo>
                  <a:lnTo>
                    <a:pt x="14660" y="134742"/>
                  </a:lnTo>
                  <a:lnTo>
                    <a:pt x="12504" y="131293"/>
                  </a:lnTo>
                  <a:lnTo>
                    <a:pt x="10349" y="127628"/>
                  </a:lnTo>
                  <a:lnTo>
                    <a:pt x="8624" y="123963"/>
                  </a:lnTo>
                  <a:lnTo>
                    <a:pt x="6899" y="120082"/>
                  </a:lnTo>
                  <a:lnTo>
                    <a:pt x="5174" y="116202"/>
                  </a:lnTo>
                  <a:lnTo>
                    <a:pt x="3881" y="112106"/>
                  </a:lnTo>
                  <a:lnTo>
                    <a:pt x="2803" y="108010"/>
                  </a:lnTo>
                  <a:lnTo>
                    <a:pt x="1725" y="103914"/>
                  </a:lnTo>
                  <a:lnTo>
                    <a:pt x="1078" y="99602"/>
                  </a:lnTo>
                  <a:lnTo>
                    <a:pt x="432" y="95290"/>
                  </a:lnTo>
                  <a:lnTo>
                    <a:pt x="216" y="90978"/>
                  </a:lnTo>
                  <a:lnTo>
                    <a:pt x="0" y="86451"/>
                  </a:lnTo>
                  <a:lnTo>
                    <a:pt x="0" y="86451"/>
                  </a:lnTo>
                  <a:lnTo>
                    <a:pt x="216" y="81924"/>
                  </a:lnTo>
                  <a:lnTo>
                    <a:pt x="432" y="77612"/>
                  </a:lnTo>
                  <a:lnTo>
                    <a:pt x="1078" y="73300"/>
                  </a:lnTo>
                  <a:lnTo>
                    <a:pt x="1725" y="68989"/>
                  </a:lnTo>
                  <a:lnTo>
                    <a:pt x="2803" y="64892"/>
                  </a:lnTo>
                  <a:lnTo>
                    <a:pt x="3881" y="60796"/>
                  </a:lnTo>
                  <a:lnTo>
                    <a:pt x="5174" y="56700"/>
                  </a:lnTo>
                  <a:lnTo>
                    <a:pt x="6899" y="52820"/>
                  </a:lnTo>
                  <a:lnTo>
                    <a:pt x="8624" y="48939"/>
                  </a:lnTo>
                  <a:lnTo>
                    <a:pt x="10349" y="45274"/>
                  </a:lnTo>
                  <a:lnTo>
                    <a:pt x="12504" y="41609"/>
                  </a:lnTo>
                  <a:lnTo>
                    <a:pt x="14660" y="38160"/>
                  </a:lnTo>
                  <a:lnTo>
                    <a:pt x="17247" y="34710"/>
                  </a:lnTo>
                  <a:lnTo>
                    <a:pt x="19834" y="31476"/>
                  </a:lnTo>
                  <a:lnTo>
                    <a:pt x="22421" y="28458"/>
                  </a:lnTo>
                  <a:lnTo>
                    <a:pt x="25224" y="25440"/>
                  </a:lnTo>
                  <a:lnTo>
                    <a:pt x="28242" y="22637"/>
                  </a:lnTo>
                  <a:lnTo>
                    <a:pt x="31476" y="19835"/>
                  </a:lnTo>
                  <a:lnTo>
                    <a:pt x="34710" y="17248"/>
                  </a:lnTo>
                  <a:lnTo>
                    <a:pt x="38159" y="14876"/>
                  </a:lnTo>
                  <a:lnTo>
                    <a:pt x="41608" y="12505"/>
                  </a:lnTo>
                  <a:lnTo>
                    <a:pt x="45273" y="10565"/>
                  </a:lnTo>
                  <a:lnTo>
                    <a:pt x="48938" y="8624"/>
                  </a:lnTo>
                  <a:lnTo>
                    <a:pt x="52819" y="6900"/>
                  </a:lnTo>
                  <a:lnTo>
                    <a:pt x="56699" y="5391"/>
                  </a:lnTo>
                  <a:lnTo>
                    <a:pt x="60796" y="3881"/>
                  </a:lnTo>
                  <a:lnTo>
                    <a:pt x="64892" y="2803"/>
                  </a:lnTo>
                  <a:lnTo>
                    <a:pt x="68988" y="1941"/>
                  </a:lnTo>
                  <a:lnTo>
                    <a:pt x="73300" y="1079"/>
                  </a:lnTo>
                  <a:lnTo>
                    <a:pt x="77611" y="648"/>
                  </a:lnTo>
                  <a:lnTo>
                    <a:pt x="81923" y="216"/>
                  </a:lnTo>
                  <a:lnTo>
                    <a:pt x="86450" y="1"/>
                  </a:lnTo>
                  <a:lnTo>
                    <a:pt x="86450" y="1"/>
                  </a:lnTo>
                  <a:lnTo>
                    <a:pt x="90762" y="216"/>
                  </a:lnTo>
                  <a:lnTo>
                    <a:pt x="95289" y="648"/>
                  </a:lnTo>
                  <a:lnTo>
                    <a:pt x="99601" y="1079"/>
                  </a:lnTo>
                  <a:lnTo>
                    <a:pt x="103697" y="1941"/>
                  </a:lnTo>
                  <a:lnTo>
                    <a:pt x="108009" y="2803"/>
                  </a:lnTo>
                  <a:lnTo>
                    <a:pt x="112105" y="3881"/>
                  </a:lnTo>
                  <a:lnTo>
                    <a:pt x="115986" y="5391"/>
                  </a:lnTo>
                  <a:lnTo>
                    <a:pt x="120082" y="6900"/>
                  </a:lnTo>
                  <a:lnTo>
                    <a:pt x="123747" y="8624"/>
                  </a:lnTo>
                  <a:lnTo>
                    <a:pt x="127627" y="10565"/>
                  </a:lnTo>
                  <a:lnTo>
                    <a:pt x="131077" y="12505"/>
                  </a:lnTo>
                  <a:lnTo>
                    <a:pt x="134742" y="14876"/>
                  </a:lnTo>
                  <a:lnTo>
                    <a:pt x="137975" y="17248"/>
                  </a:lnTo>
                  <a:lnTo>
                    <a:pt x="141209" y="19835"/>
                  </a:lnTo>
                  <a:lnTo>
                    <a:pt x="144443" y="22637"/>
                  </a:lnTo>
                  <a:lnTo>
                    <a:pt x="147461" y="25440"/>
                  </a:lnTo>
                  <a:lnTo>
                    <a:pt x="150264" y="28458"/>
                  </a:lnTo>
                  <a:lnTo>
                    <a:pt x="153066" y="31476"/>
                  </a:lnTo>
                  <a:lnTo>
                    <a:pt x="155653" y="34710"/>
                  </a:lnTo>
                  <a:lnTo>
                    <a:pt x="158025" y="38160"/>
                  </a:lnTo>
                  <a:lnTo>
                    <a:pt x="160181" y="41609"/>
                  </a:lnTo>
                  <a:lnTo>
                    <a:pt x="162337" y="45274"/>
                  </a:lnTo>
                  <a:lnTo>
                    <a:pt x="164277" y="48939"/>
                  </a:lnTo>
                  <a:lnTo>
                    <a:pt x="166001" y="52820"/>
                  </a:lnTo>
                  <a:lnTo>
                    <a:pt x="167511" y="56700"/>
                  </a:lnTo>
                  <a:lnTo>
                    <a:pt x="168804" y="60796"/>
                  </a:lnTo>
                  <a:lnTo>
                    <a:pt x="170098" y="64892"/>
                  </a:lnTo>
                  <a:lnTo>
                    <a:pt x="170960" y="68989"/>
                  </a:lnTo>
                  <a:lnTo>
                    <a:pt x="171822" y="73300"/>
                  </a:lnTo>
                  <a:lnTo>
                    <a:pt x="172253" y="77612"/>
                  </a:lnTo>
                  <a:lnTo>
                    <a:pt x="172685" y="81924"/>
                  </a:lnTo>
                  <a:lnTo>
                    <a:pt x="172685" y="86451"/>
                  </a:lnTo>
                  <a:close/>
                </a:path>
              </a:pathLst>
            </a:custGeom>
            <a:solidFill>
              <a:srgbClr val="53C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14"/>
            <p:cNvSpPr/>
            <p:nvPr/>
          </p:nvSpPr>
          <p:spPr>
            <a:xfrm>
              <a:off x="1651425" y="696225"/>
              <a:ext cx="4317125" cy="4322550"/>
            </a:xfrm>
            <a:custGeom>
              <a:avLst/>
              <a:gdLst/>
              <a:ahLst/>
              <a:cxnLst/>
              <a:rect l="l" t="t" r="r" b="b"/>
              <a:pathLst>
                <a:path w="172685" h="172902" fill="none" extrusionOk="0">
                  <a:moveTo>
                    <a:pt x="172685" y="86451"/>
                  </a:moveTo>
                  <a:lnTo>
                    <a:pt x="172685" y="86451"/>
                  </a:lnTo>
                  <a:lnTo>
                    <a:pt x="172685" y="90978"/>
                  </a:lnTo>
                  <a:lnTo>
                    <a:pt x="172253" y="95290"/>
                  </a:lnTo>
                  <a:lnTo>
                    <a:pt x="171822" y="99602"/>
                  </a:lnTo>
                  <a:lnTo>
                    <a:pt x="170960" y="103914"/>
                  </a:lnTo>
                  <a:lnTo>
                    <a:pt x="170098" y="108010"/>
                  </a:lnTo>
                  <a:lnTo>
                    <a:pt x="168804" y="112106"/>
                  </a:lnTo>
                  <a:lnTo>
                    <a:pt x="167511" y="116202"/>
                  </a:lnTo>
                  <a:lnTo>
                    <a:pt x="166001" y="120082"/>
                  </a:lnTo>
                  <a:lnTo>
                    <a:pt x="164277" y="123963"/>
                  </a:lnTo>
                  <a:lnTo>
                    <a:pt x="162337" y="127628"/>
                  </a:lnTo>
                  <a:lnTo>
                    <a:pt x="160181" y="131293"/>
                  </a:lnTo>
                  <a:lnTo>
                    <a:pt x="158025" y="134742"/>
                  </a:lnTo>
                  <a:lnTo>
                    <a:pt x="155653" y="138192"/>
                  </a:lnTo>
                  <a:lnTo>
                    <a:pt x="153066" y="141426"/>
                  </a:lnTo>
                  <a:lnTo>
                    <a:pt x="150264" y="144444"/>
                  </a:lnTo>
                  <a:lnTo>
                    <a:pt x="147461" y="147462"/>
                  </a:lnTo>
                  <a:lnTo>
                    <a:pt x="144443" y="150480"/>
                  </a:lnTo>
                  <a:lnTo>
                    <a:pt x="141209" y="153067"/>
                  </a:lnTo>
                  <a:lnTo>
                    <a:pt x="137975" y="155654"/>
                  </a:lnTo>
                  <a:lnTo>
                    <a:pt x="134742" y="158026"/>
                  </a:lnTo>
                  <a:lnTo>
                    <a:pt x="131077" y="160397"/>
                  </a:lnTo>
                  <a:lnTo>
                    <a:pt x="127627" y="162337"/>
                  </a:lnTo>
                  <a:lnTo>
                    <a:pt x="123747" y="164278"/>
                  </a:lnTo>
                  <a:lnTo>
                    <a:pt x="120082" y="166002"/>
                  </a:lnTo>
                  <a:lnTo>
                    <a:pt x="115986" y="167512"/>
                  </a:lnTo>
                  <a:lnTo>
                    <a:pt x="112105" y="169021"/>
                  </a:lnTo>
                  <a:lnTo>
                    <a:pt x="108009" y="170099"/>
                  </a:lnTo>
                  <a:lnTo>
                    <a:pt x="103697" y="170961"/>
                  </a:lnTo>
                  <a:lnTo>
                    <a:pt x="99601" y="171823"/>
                  </a:lnTo>
                  <a:lnTo>
                    <a:pt x="95289" y="172470"/>
                  </a:lnTo>
                  <a:lnTo>
                    <a:pt x="90762" y="172686"/>
                  </a:lnTo>
                  <a:lnTo>
                    <a:pt x="86450" y="172901"/>
                  </a:lnTo>
                  <a:lnTo>
                    <a:pt x="86450" y="172901"/>
                  </a:lnTo>
                  <a:lnTo>
                    <a:pt x="81923" y="172686"/>
                  </a:lnTo>
                  <a:lnTo>
                    <a:pt x="77611" y="172470"/>
                  </a:lnTo>
                  <a:lnTo>
                    <a:pt x="73300" y="171823"/>
                  </a:lnTo>
                  <a:lnTo>
                    <a:pt x="68988" y="170961"/>
                  </a:lnTo>
                  <a:lnTo>
                    <a:pt x="64892" y="170099"/>
                  </a:lnTo>
                  <a:lnTo>
                    <a:pt x="60796" y="169021"/>
                  </a:lnTo>
                  <a:lnTo>
                    <a:pt x="56699" y="167512"/>
                  </a:lnTo>
                  <a:lnTo>
                    <a:pt x="52819" y="166002"/>
                  </a:lnTo>
                  <a:lnTo>
                    <a:pt x="48938" y="164278"/>
                  </a:lnTo>
                  <a:lnTo>
                    <a:pt x="45273" y="162337"/>
                  </a:lnTo>
                  <a:lnTo>
                    <a:pt x="41608" y="160397"/>
                  </a:lnTo>
                  <a:lnTo>
                    <a:pt x="38159" y="158026"/>
                  </a:lnTo>
                  <a:lnTo>
                    <a:pt x="34710" y="155654"/>
                  </a:lnTo>
                  <a:lnTo>
                    <a:pt x="31476" y="153067"/>
                  </a:lnTo>
                  <a:lnTo>
                    <a:pt x="28242" y="150480"/>
                  </a:lnTo>
                  <a:lnTo>
                    <a:pt x="25224" y="147462"/>
                  </a:lnTo>
                  <a:lnTo>
                    <a:pt x="22421" y="144444"/>
                  </a:lnTo>
                  <a:lnTo>
                    <a:pt x="19834" y="141426"/>
                  </a:lnTo>
                  <a:lnTo>
                    <a:pt x="17247" y="138192"/>
                  </a:lnTo>
                  <a:lnTo>
                    <a:pt x="14660" y="134742"/>
                  </a:lnTo>
                  <a:lnTo>
                    <a:pt x="12504" y="131293"/>
                  </a:lnTo>
                  <a:lnTo>
                    <a:pt x="10349" y="127628"/>
                  </a:lnTo>
                  <a:lnTo>
                    <a:pt x="8624" y="123963"/>
                  </a:lnTo>
                  <a:lnTo>
                    <a:pt x="6899" y="120082"/>
                  </a:lnTo>
                  <a:lnTo>
                    <a:pt x="5174" y="116202"/>
                  </a:lnTo>
                  <a:lnTo>
                    <a:pt x="3881" y="112106"/>
                  </a:lnTo>
                  <a:lnTo>
                    <a:pt x="2803" y="108010"/>
                  </a:lnTo>
                  <a:lnTo>
                    <a:pt x="1725" y="103914"/>
                  </a:lnTo>
                  <a:lnTo>
                    <a:pt x="1078" y="99602"/>
                  </a:lnTo>
                  <a:lnTo>
                    <a:pt x="432" y="95290"/>
                  </a:lnTo>
                  <a:lnTo>
                    <a:pt x="216" y="90978"/>
                  </a:lnTo>
                  <a:lnTo>
                    <a:pt x="0" y="86451"/>
                  </a:lnTo>
                  <a:lnTo>
                    <a:pt x="0" y="86451"/>
                  </a:lnTo>
                  <a:lnTo>
                    <a:pt x="216" y="81924"/>
                  </a:lnTo>
                  <a:lnTo>
                    <a:pt x="432" y="77612"/>
                  </a:lnTo>
                  <a:lnTo>
                    <a:pt x="1078" y="73300"/>
                  </a:lnTo>
                  <a:lnTo>
                    <a:pt x="1725" y="68989"/>
                  </a:lnTo>
                  <a:lnTo>
                    <a:pt x="2803" y="64892"/>
                  </a:lnTo>
                  <a:lnTo>
                    <a:pt x="3881" y="60796"/>
                  </a:lnTo>
                  <a:lnTo>
                    <a:pt x="5174" y="56700"/>
                  </a:lnTo>
                  <a:lnTo>
                    <a:pt x="6899" y="52820"/>
                  </a:lnTo>
                  <a:lnTo>
                    <a:pt x="8624" y="48939"/>
                  </a:lnTo>
                  <a:lnTo>
                    <a:pt x="10349" y="45274"/>
                  </a:lnTo>
                  <a:lnTo>
                    <a:pt x="12504" y="41609"/>
                  </a:lnTo>
                  <a:lnTo>
                    <a:pt x="14660" y="38160"/>
                  </a:lnTo>
                  <a:lnTo>
                    <a:pt x="17247" y="34710"/>
                  </a:lnTo>
                  <a:lnTo>
                    <a:pt x="19834" y="31476"/>
                  </a:lnTo>
                  <a:lnTo>
                    <a:pt x="22421" y="28458"/>
                  </a:lnTo>
                  <a:lnTo>
                    <a:pt x="25224" y="25440"/>
                  </a:lnTo>
                  <a:lnTo>
                    <a:pt x="28242" y="22637"/>
                  </a:lnTo>
                  <a:lnTo>
                    <a:pt x="31476" y="19835"/>
                  </a:lnTo>
                  <a:lnTo>
                    <a:pt x="34710" y="17248"/>
                  </a:lnTo>
                  <a:lnTo>
                    <a:pt x="38159" y="14876"/>
                  </a:lnTo>
                  <a:lnTo>
                    <a:pt x="41608" y="12505"/>
                  </a:lnTo>
                  <a:lnTo>
                    <a:pt x="45273" y="10565"/>
                  </a:lnTo>
                  <a:lnTo>
                    <a:pt x="48938" y="8624"/>
                  </a:lnTo>
                  <a:lnTo>
                    <a:pt x="52819" y="6900"/>
                  </a:lnTo>
                  <a:lnTo>
                    <a:pt x="56699" y="5391"/>
                  </a:lnTo>
                  <a:lnTo>
                    <a:pt x="60796" y="3881"/>
                  </a:lnTo>
                  <a:lnTo>
                    <a:pt x="64892" y="2803"/>
                  </a:lnTo>
                  <a:lnTo>
                    <a:pt x="68988" y="1941"/>
                  </a:lnTo>
                  <a:lnTo>
                    <a:pt x="73300" y="1079"/>
                  </a:lnTo>
                  <a:lnTo>
                    <a:pt x="77611" y="648"/>
                  </a:lnTo>
                  <a:lnTo>
                    <a:pt x="81923" y="216"/>
                  </a:lnTo>
                  <a:lnTo>
                    <a:pt x="86450" y="1"/>
                  </a:lnTo>
                  <a:lnTo>
                    <a:pt x="86450" y="1"/>
                  </a:lnTo>
                  <a:lnTo>
                    <a:pt x="90762" y="216"/>
                  </a:lnTo>
                  <a:lnTo>
                    <a:pt x="95289" y="648"/>
                  </a:lnTo>
                  <a:lnTo>
                    <a:pt x="99601" y="1079"/>
                  </a:lnTo>
                  <a:lnTo>
                    <a:pt x="103697" y="1941"/>
                  </a:lnTo>
                  <a:lnTo>
                    <a:pt x="108009" y="2803"/>
                  </a:lnTo>
                  <a:lnTo>
                    <a:pt x="112105" y="3881"/>
                  </a:lnTo>
                  <a:lnTo>
                    <a:pt x="115986" y="5391"/>
                  </a:lnTo>
                  <a:lnTo>
                    <a:pt x="120082" y="6900"/>
                  </a:lnTo>
                  <a:lnTo>
                    <a:pt x="123747" y="8624"/>
                  </a:lnTo>
                  <a:lnTo>
                    <a:pt x="127627" y="10565"/>
                  </a:lnTo>
                  <a:lnTo>
                    <a:pt x="131077" y="12505"/>
                  </a:lnTo>
                  <a:lnTo>
                    <a:pt x="134742" y="14876"/>
                  </a:lnTo>
                  <a:lnTo>
                    <a:pt x="137975" y="17248"/>
                  </a:lnTo>
                  <a:lnTo>
                    <a:pt x="141209" y="19835"/>
                  </a:lnTo>
                  <a:lnTo>
                    <a:pt x="144443" y="22637"/>
                  </a:lnTo>
                  <a:lnTo>
                    <a:pt x="147461" y="25440"/>
                  </a:lnTo>
                  <a:lnTo>
                    <a:pt x="150264" y="28458"/>
                  </a:lnTo>
                  <a:lnTo>
                    <a:pt x="153066" y="31476"/>
                  </a:lnTo>
                  <a:lnTo>
                    <a:pt x="155653" y="34710"/>
                  </a:lnTo>
                  <a:lnTo>
                    <a:pt x="158025" y="38160"/>
                  </a:lnTo>
                  <a:lnTo>
                    <a:pt x="160181" y="41609"/>
                  </a:lnTo>
                  <a:lnTo>
                    <a:pt x="162337" y="45274"/>
                  </a:lnTo>
                  <a:lnTo>
                    <a:pt x="164277" y="48939"/>
                  </a:lnTo>
                  <a:lnTo>
                    <a:pt x="166001" y="52820"/>
                  </a:lnTo>
                  <a:lnTo>
                    <a:pt x="167511" y="56700"/>
                  </a:lnTo>
                  <a:lnTo>
                    <a:pt x="168804" y="60796"/>
                  </a:lnTo>
                  <a:lnTo>
                    <a:pt x="170098" y="64892"/>
                  </a:lnTo>
                  <a:lnTo>
                    <a:pt x="170960" y="68989"/>
                  </a:lnTo>
                  <a:lnTo>
                    <a:pt x="171822" y="73300"/>
                  </a:lnTo>
                  <a:lnTo>
                    <a:pt x="172253" y="77612"/>
                  </a:lnTo>
                  <a:lnTo>
                    <a:pt x="172685" y="81924"/>
                  </a:lnTo>
                  <a:lnTo>
                    <a:pt x="172685" y="8645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14"/>
            <p:cNvSpPr/>
            <p:nvPr/>
          </p:nvSpPr>
          <p:spPr>
            <a:xfrm>
              <a:off x="3559350" y="1353775"/>
              <a:ext cx="2409200" cy="2829600"/>
            </a:xfrm>
            <a:custGeom>
              <a:avLst/>
              <a:gdLst/>
              <a:ahLst/>
              <a:cxnLst/>
              <a:rect l="l" t="t" r="r" b="b"/>
              <a:pathLst>
                <a:path w="96368" h="113184" extrusionOk="0">
                  <a:moveTo>
                    <a:pt x="73731" y="2803"/>
                  </a:moveTo>
                  <a:lnTo>
                    <a:pt x="73731" y="2803"/>
                  </a:lnTo>
                  <a:lnTo>
                    <a:pt x="70713" y="2156"/>
                  </a:lnTo>
                  <a:lnTo>
                    <a:pt x="67264" y="1725"/>
                  </a:lnTo>
                  <a:lnTo>
                    <a:pt x="67264" y="1725"/>
                  </a:lnTo>
                  <a:lnTo>
                    <a:pt x="67264" y="2156"/>
                  </a:lnTo>
                  <a:lnTo>
                    <a:pt x="67479" y="2372"/>
                  </a:lnTo>
                  <a:lnTo>
                    <a:pt x="67479" y="2803"/>
                  </a:lnTo>
                  <a:lnTo>
                    <a:pt x="67264" y="2803"/>
                  </a:lnTo>
                  <a:lnTo>
                    <a:pt x="67264" y="2803"/>
                  </a:lnTo>
                  <a:lnTo>
                    <a:pt x="64461" y="2803"/>
                  </a:lnTo>
                  <a:lnTo>
                    <a:pt x="61874" y="3019"/>
                  </a:lnTo>
                  <a:lnTo>
                    <a:pt x="59287" y="3665"/>
                  </a:lnTo>
                  <a:lnTo>
                    <a:pt x="56915" y="4528"/>
                  </a:lnTo>
                  <a:lnTo>
                    <a:pt x="56915" y="4528"/>
                  </a:lnTo>
                  <a:lnTo>
                    <a:pt x="56700" y="4312"/>
                  </a:lnTo>
                  <a:lnTo>
                    <a:pt x="56700" y="4097"/>
                  </a:lnTo>
                  <a:lnTo>
                    <a:pt x="56700" y="3665"/>
                  </a:lnTo>
                  <a:lnTo>
                    <a:pt x="56915" y="3234"/>
                  </a:lnTo>
                  <a:lnTo>
                    <a:pt x="56700" y="3234"/>
                  </a:lnTo>
                  <a:lnTo>
                    <a:pt x="56484" y="3019"/>
                  </a:lnTo>
                  <a:lnTo>
                    <a:pt x="56484" y="3019"/>
                  </a:lnTo>
                  <a:lnTo>
                    <a:pt x="55406" y="3019"/>
                  </a:lnTo>
                  <a:lnTo>
                    <a:pt x="55406" y="3019"/>
                  </a:lnTo>
                  <a:lnTo>
                    <a:pt x="55191" y="3450"/>
                  </a:lnTo>
                  <a:lnTo>
                    <a:pt x="55191" y="3665"/>
                  </a:lnTo>
                  <a:lnTo>
                    <a:pt x="55406" y="4097"/>
                  </a:lnTo>
                  <a:lnTo>
                    <a:pt x="55622" y="4528"/>
                  </a:lnTo>
                  <a:lnTo>
                    <a:pt x="55622" y="4743"/>
                  </a:lnTo>
                  <a:lnTo>
                    <a:pt x="55406" y="4959"/>
                  </a:lnTo>
                  <a:lnTo>
                    <a:pt x="55406" y="4959"/>
                  </a:lnTo>
                  <a:lnTo>
                    <a:pt x="54328" y="4959"/>
                  </a:lnTo>
                  <a:lnTo>
                    <a:pt x="53466" y="5174"/>
                  </a:lnTo>
                  <a:lnTo>
                    <a:pt x="52819" y="5821"/>
                  </a:lnTo>
                  <a:lnTo>
                    <a:pt x="52388" y="6684"/>
                  </a:lnTo>
                  <a:lnTo>
                    <a:pt x="52388" y="6684"/>
                  </a:lnTo>
                  <a:lnTo>
                    <a:pt x="51526" y="6468"/>
                  </a:lnTo>
                  <a:lnTo>
                    <a:pt x="50879" y="6252"/>
                  </a:lnTo>
                  <a:lnTo>
                    <a:pt x="50448" y="6468"/>
                  </a:lnTo>
                  <a:lnTo>
                    <a:pt x="50448" y="6468"/>
                  </a:lnTo>
                  <a:lnTo>
                    <a:pt x="50232" y="6684"/>
                  </a:lnTo>
                  <a:lnTo>
                    <a:pt x="50448" y="6684"/>
                  </a:lnTo>
                  <a:lnTo>
                    <a:pt x="50663" y="6899"/>
                  </a:lnTo>
                  <a:lnTo>
                    <a:pt x="51095" y="7115"/>
                  </a:lnTo>
                  <a:lnTo>
                    <a:pt x="50879" y="7330"/>
                  </a:lnTo>
                  <a:lnTo>
                    <a:pt x="50879" y="7330"/>
                  </a:lnTo>
                  <a:lnTo>
                    <a:pt x="49801" y="7115"/>
                  </a:lnTo>
                  <a:lnTo>
                    <a:pt x="49154" y="6684"/>
                  </a:lnTo>
                  <a:lnTo>
                    <a:pt x="48508" y="6037"/>
                  </a:lnTo>
                  <a:lnTo>
                    <a:pt x="48292" y="5174"/>
                  </a:lnTo>
                  <a:lnTo>
                    <a:pt x="48292" y="5174"/>
                  </a:lnTo>
                  <a:lnTo>
                    <a:pt x="49154" y="5174"/>
                  </a:lnTo>
                  <a:lnTo>
                    <a:pt x="50232" y="5390"/>
                  </a:lnTo>
                  <a:lnTo>
                    <a:pt x="50232" y="5390"/>
                  </a:lnTo>
                  <a:lnTo>
                    <a:pt x="51095" y="5390"/>
                  </a:lnTo>
                  <a:lnTo>
                    <a:pt x="51957" y="5390"/>
                  </a:lnTo>
                  <a:lnTo>
                    <a:pt x="52604" y="5174"/>
                  </a:lnTo>
                  <a:lnTo>
                    <a:pt x="53035" y="4528"/>
                  </a:lnTo>
                  <a:lnTo>
                    <a:pt x="53035" y="4528"/>
                  </a:lnTo>
                  <a:lnTo>
                    <a:pt x="52388" y="3665"/>
                  </a:lnTo>
                  <a:lnTo>
                    <a:pt x="51095" y="3019"/>
                  </a:lnTo>
                  <a:lnTo>
                    <a:pt x="49801" y="2803"/>
                  </a:lnTo>
                  <a:lnTo>
                    <a:pt x="48292" y="2372"/>
                  </a:lnTo>
                  <a:lnTo>
                    <a:pt x="45705" y="1941"/>
                  </a:lnTo>
                  <a:lnTo>
                    <a:pt x="44411" y="1509"/>
                  </a:lnTo>
                  <a:lnTo>
                    <a:pt x="43549" y="863"/>
                  </a:lnTo>
                  <a:lnTo>
                    <a:pt x="43549" y="863"/>
                  </a:lnTo>
                  <a:lnTo>
                    <a:pt x="42040" y="863"/>
                  </a:lnTo>
                  <a:lnTo>
                    <a:pt x="40531" y="863"/>
                  </a:lnTo>
                  <a:lnTo>
                    <a:pt x="37728" y="1294"/>
                  </a:lnTo>
                  <a:lnTo>
                    <a:pt x="32339" y="2587"/>
                  </a:lnTo>
                  <a:lnTo>
                    <a:pt x="32339" y="2587"/>
                  </a:lnTo>
                  <a:lnTo>
                    <a:pt x="32123" y="3450"/>
                  </a:lnTo>
                  <a:lnTo>
                    <a:pt x="31907" y="3881"/>
                  </a:lnTo>
                  <a:lnTo>
                    <a:pt x="30830" y="5174"/>
                  </a:lnTo>
                  <a:lnTo>
                    <a:pt x="29752" y="6252"/>
                  </a:lnTo>
                  <a:lnTo>
                    <a:pt x="28889" y="7546"/>
                  </a:lnTo>
                  <a:lnTo>
                    <a:pt x="28889" y="7546"/>
                  </a:lnTo>
                  <a:lnTo>
                    <a:pt x="27380" y="7762"/>
                  </a:lnTo>
                  <a:lnTo>
                    <a:pt x="26302" y="8193"/>
                  </a:lnTo>
                  <a:lnTo>
                    <a:pt x="25224" y="8839"/>
                  </a:lnTo>
                  <a:lnTo>
                    <a:pt x="24146" y="9486"/>
                  </a:lnTo>
                  <a:lnTo>
                    <a:pt x="24146" y="9486"/>
                  </a:lnTo>
                  <a:lnTo>
                    <a:pt x="24146" y="10780"/>
                  </a:lnTo>
                  <a:lnTo>
                    <a:pt x="24362" y="11858"/>
                  </a:lnTo>
                  <a:lnTo>
                    <a:pt x="24793" y="12504"/>
                  </a:lnTo>
                  <a:lnTo>
                    <a:pt x="25440" y="12936"/>
                  </a:lnTo>
                  <a:lnTo>
                    <a:pt x="26302" y="13151"/>
                  </a:lnTo>
                  <a:lnTo>
                    <a:pt x="27165" y="12936"/>
                  </a:lnTo>
                  <a:lnTo>
                    <a:pt x="28243" y="12720"/>
                  </a:lnTo>
                  <a:lnTo>
                    <a:pt x="29105" y="12073"/>
                  </a:lnTo>
                  <a:lnTo>
                    <a:pt x="29105" y="12073"/>
                  </a:lnTo>
                  <a:lnTo>
                    <a:pt x="29967" y="13367"/>
                  </a:lnTo>
                  <a:lnTo>
                    <a:pt x="30398" y="14014"/>
                  </a:lnTo>
                  <a:lnTo>
                    <a:pt x="30614" y="14876"/>
                  </a:lnTo>
                  <a:lnTo>
                    <a:pt x="30614" y="14876"/>
                  </a:lnTo>
                  <a:lnTo>
                    <a:pt x="29967" y="15307"/>
                  </a:lnTo>
                  <a:lnTo>
                    <a:pt x="29536" y="15307"/>
                  </a:lnTo>
                  <a:lnTo>
                    <a:pt x="29105" y="15307"/>
                  </a:lnTo>
                  <a:lnTo>
                    <a:pt x="29105" y="15307"/>
                  </a:lnTo>
                  <a:lnTo>
                    <a:pt x="29105" y="14445"/>
                  </a:lnTo>
                  <a:lnTo>
                    <a:pt x="28889" y="14014"/>
                  </a:lnTo>
                  <a:lnTo>
                    <a:pt x="28889" y="13798"/>
                  </a:lnTo>
                  <a:lnTo>
                    <a:pt x="28889" y="13798"/>
                  </a:lnTo>
                  <a:lnTo>
                    <a:pt x="28027" y="13798"/>
                  </a:lnTo>
                  <a:lnTo>
                    <a:pt x="27596" y="14014"/>
                  </a:lnTo>
                  <a:lnTo>
                    <a:pt x="27165" y="14445"/>
                  </a:lnTo>
                  <a:lnTo>
                    <a:pt x="26733" y="14876"/>
                  </a:lnTo>
                  <a:lnTo>
                    <a:pt x="26733" y="14876"/>
                  </a:lnTo>
                  <a:lnTo>
                    <a:pt x="27165" y="16169"/>
                  </a:lnTo>
                  <a:lnTo>
                    <a:pt x="27165" y="16816"/>
                  </a:lnTo>
                  <a:lnTo>
                    <a:pt x="27165" y="17463"/>
                  </a:lnTo>
                  <a:lnTo>
                    <a:pt x="27165" y="17463"/>
                  </a:lnTo>
                  <a:lnTo>
                    <a:pt x="25871" y="17678"/>
                  </a:lnTo>
                  <a:lnTo>
                    <a:pt x="24362" y="17678"/>
                  </a:lnTo>
                  <a:lnTo>
                    <a:pt x="24362" y="17678"/>
                  </a:lnTo>
                  <a:lnTo>
                    <a:pt x="23068" y="19188"/>
                  </a:lnTo>
                  <a:lnTo>
                    <a:pt x="21559" y="20481"/>
                  </a:lnTo>
                  <a:lnTo>
                    <a:pt x="20697" y="21128"/>
                  </a:lnTo>
                  <a:lnTo>
                    <a:pt x="19835" y="21559"/>
                  </a:lnTo>
                  <a:lnTo>
                    <a:pt x="18757" y="21775"/>
                  </a:lnTo>
                  <a:lnTo>
                    <a:pt x="17679" y="21990"/>
                  </a:lnTo>
                  <a:lnTo>
                    <a:pt x="17679" y="21990"/>
                  </a:lnTo>
                  <a:lnTo>
                    <a:pt x="17463" y="22421"/>
                  </a:lnTo>
                  <a:lnTo>
                    <a:pt x="17248" y="22853"/>
                  </a:lnTo>
                  <a:lnTo>
                    <a:pt x="16816" y="22853"/>
                  </a:lnTo>
                  <a:lnTo>
                    <a:pt x="16816" y="22853"/>
                  </a:lnTo>
                  <a:lnTo>
                    <a:pt x="15954" y="22853"/>
                  </a:lnTo>
                  <a:lnTo>
                    <a:pt x="15954" y="22853"/>
                  </a:lnTo>
                  <a:lnTo>
                    <a:pt x="15307" y="22637"/>
                  </a:lnTo>
                  <a:lnTo>
                    <a:pt x="15092" y="22853"/>
                  </a:lnTo>
                  <a:lnTo>
                    <a:pt x="14876" y="23284"/>
                  </a:lnTo>
                  <a:lnTo>
                    <a:pt x="14876" y="23284"/>
                  </a:lnTo>
                  <a:lnTo>
                    <a:pt x="16170" y="23930"/>
                  </a:lnTo>
                  <a:lnTo>
                    <a:pt x="16816" y="24577"/>
                  </a:lnTo>
                  <a:lnTo>
                    <a:pt x="17463" y="25224"/>
                  </a:lnTo>
                  <a:lnTo>
                    <a:pt x="17679" y="26086"/>
                  </a:lnTo>
                  <a:lnTo>
                    <a:pt x="17894" y="26733"/>
                  </a:lnTo>
                  <a:lnTo>
                    <a:pt x="17679" y="27595"/>
                  </a:lnTo>
                  <a:lnTo>
                    <a:pt x="17032" y="28458"/>
                  </a:lnTo>
                  <a:lnTo>
                    <a:pt x="17032" y="28458"/>
                  </a:lnTo>
                  <a:lnTo>
                    <a:pt x="15523" y="28458"/>
                  </a:lnTo>
                  <a:lnTo>
                    <a:pt x="14014" y="28242"/>
                  </a:lnTo>
                  <a:lnTo>
                    <a:pt x="14014" y="28242"/>
                  </a:lnTo>
                  <a:lnTo>
                    <a:pt x="11858" y="28242"/>
                  </a:lnTo>
                  <a:lnTo>
                    <a:pt x="10780" y="28458"/>
                  </a:lnTo>
                  <a:lnTo>
                    <a:pt x="10133" y="28889"/>
                  </a:lnTo>
                  <a:lnTo>
                    <a:pt x="10133" y="28889"/>
                  </a:lnTo>
                  <a:lnTo>
                    <a:pt x="10133" y="29967"/>
                  </a:lnTo>
                  <a:lnTo>
                    <a:pt x="10133" y="30829"/>
                  </a:lnTo>
                  <a:lnTo>
                    <a:pt x="9702" y="32338"/>
                  </a:lnTo>
                  <a:lnTo>
                    <a:pt x="9487" y="33632"/>
                  </a:lnTo>
                  <a:lnTo>
                    <a:pt x="9702" y="34494"/>
                  </a:lnTo>
                  <a:lnTo>
                    <a:pt x="9918" y="35357"/>
                  </a:lnTo>
                  <a:lnTo>
                    <a:pt x="9918" y="35357"/>
                  </a:lnTo>
                  <a:lnTo>
                    <a:pt x="10996" y="35357"/>
                  </a:lnTo>
                  <a:lnTo>
                    <a:pt x="11858" y="35357"/>
                  </a:lnTo>
                  <a:lnTo>
                    <a:pt x="12289" y="36003"/>
                  </a:lnTo>
                  <a:lnTo>
                    <a:pt x="12505" y="36650"/>
                  </a:lnTo>
                  <a:lnTo>
                    <a:pt x="12505" y="36650"/>
                  </a:lnTo>
                  <a:lnTo>
                    <a:pt x="12074" y="37512"/>
                  </a:lnTo>
                  <a:lnTo>
                    <a:pt x="11427" y="38375"/>
                  </a:lnTo>
                  <a:lnTo>
                    <a:pt x="9918" y="39453"/>
                  </a:lnTo>
                  <a:lnTo>
                    <a:pt x="9271" y="40099"/>
                  </a:lnTo>
                  <a:lnTo>
                    <a:pt x="8624" y="40746"/>
                  </a:lnTo>
                  <a:lnTo>
                    <a:pt x="8193" y="41609"/>
                  </a:lnTo>
                  <a:lnTo>
                    <a:pt x="8193" y="42902"/>
                  </a:lnTo>
                  <a:lnTo>
                    <a:pt x="8193" y="42902"/>
                  </a:lnTo>
                  <a:lnTo>
                    <a:pt x="5822" y="44842"/>
                  </a:lnTo>
                  <a:lnTo>
                    <a:pt x="3666" y="46998"/>
                  </a:lnTo>
                  <a:lnTo>
                    <a:pt x="1725" y="49585"/>
                  </a:lnTo>
                  <a:lnTo>
                    <a:pt x="1" y="52172"/>
                  </a:lnTo>
                  <a:lnTo>
                    <a:pt x="1" y="52172"/>
                  </a:lnTo>
                  <a:lnTo>
                    <a:pt x="648" y="53250"/>
                  </a:lnTo>
                  <a:lnTo>
                    <a:pt x="1079" y="54328"/>
                  </a:lnTo>
                  <a:lnTo>
                    <a:pt x="863" y="55622"/>
                  </a:lnTo>
                  <a:lnTo>
                    <a:pt x="648" y="56915"/>
                  </a:lnTo>
                  <a:lnTo>
                    <a:pt x="216" y="59502"/>
                  </a:lnTo>
                  <a:lnTo>
                    <a:pt x="1" y="60796"/>
                  </a:lnTo>
                  <a:lnTo>
                    <a:pt x="1" y="62089"/>
                  </a:lnTo>
                  <a:lnTo>
                    <a:pt x="1" y="62089"/>
                  </a:lnTo>
                  <a:lnTo>
                    <a:pt x="2588" y="64245"/>
                  </a:lnTo>
                  <a:lnTo>
                    <a:pt x="3450" y="65323"/>
                  </a:lnTo>
                  <a:lnTo>
                    <a:pt x="3881" y="66185"/>
                  </a:lnTo>
                  <a:lnTo>
                    <a:pt x="4097" y="67048"/>
                  </a:lnTo>
                  <a:lnTo>
                    <a:pt x="4097" y="67048"/>
                  </a:lnTo>
                  <a:lnTo>
                    <a:pt x="4744" y="67479"/>
                  </a:lnTo>
                  <a:lnTo>
                    <a:pt x="5606" y="67910"/>
                  </a:lnTo>
                  <a:lnTo>
                    <a:pt x="6900" y="69204"/>
                  </a:lnTo>
                  <a:lnTo>
                    <a:pt x="8193" y="70282"/>
                  </a:lnTo>
                  <a:lnTo>
                    <a:pt x="9055" y="70497"/>
                  </a:lnTo>
                  <a:lnTo>
                    <a:pt x="9918" y="70713"/>
                  </a:lnTo>
                  <a:lnTo>
                    <a:pt x="9918" y="70713"/>
                  </a:lnTo>
                  <a:lnTo>
                    <a:pt x="10996" y="70713"/>
                  </a:lnTo>
                  <a:lnTo>
                    <a:pt x="12074" y="70282"/>
                  </a:lnTo>
                  <a:lnTo>
                    <a:pt x="12074" y="70282"/>
                  </a:lnTo>
                  <a:lnTo>
                    <a:pt x="12936" y="70066"/>
                  </a:lnTo>
                  <a:lnTo>
                    <a:pt x="14014" y="69850"/>
                  </a:lnTo>
                  <a:lnTo>
                    <a:pt x="15092" y="69850"/>
                  </a:lnTo>
                  <a:lnTo>
                    <a:pt x="16170" y="70282"/>
                  </a:lnTo>
                  <a:lnTo>
                    <a:pt x="16170" y="70282"/>
                  </a:lnTo>
                  <a:lnTo>
                    <a:pt x="17463" y="69635"/>
                  </a:lnTo>
                  <a:lnTo>
                    <a:pt x="18972" y="68988"/>
                  </a:lnTo>
                  <a:lnTo>
                    <a:pt x="20697" y="68557"/>
                  </a:lnTo>
                  <a:lnTo>
                    <a:pt x="22853" y="68772"/>
                  </a:lnTo>
                  <a:lnTo>
                    <a:pt x="22853" y="68772"/>
                  </a:lnTo>
                  <a:lnTo>
                    <a:pt x="23284" y="69204"/>
                  </a:lnTo>
                  <a:lnTo>
                    <a:pt x="23500" y="69850"/>
                  </a:lnTo>
                  <a:lnTo>
                    <a:pt x="23931" y="70497"/>
                  </a:lnTo>
                  <a:lnTo>
                    <a:pt x="24362" y="70713"/>
                  </a:lnTo>
                  <a:lnTo>
                    <a:pt x="24362" y="70713"/>
                  </a:lnTo>
                  <a:lnTo>
                    <a:pt x="25224" y="70713"/>
                  </a:lnTo>
                  <a:lnTo>
                    <a:pt x="25871" y="70713"/>
                  </a:lnTo>
                  <a:lnTo>
                    <a:pt x="25871" y="70713"/>
                  </a:lnTo>
                  <a:lnTo>
                    <a:pt x="26949" y="70497"/>
                  </a:lnTo>
                  <a:lnTo>
                    <a:pt x="26949" y="70497"/>
                  </a:lnTo>
                  <a:lnTo>
                    <a:pt x="27811" y="71144"/>
                  </a:lnTo>
                  <a:lnTo>
                    <a:pt x="28243" y="71791"/>
                  </a:lnTo>
                  <a:lnTo>
                    <a:pt x="28243" y="72653"/>
                  </a:lnTo>
                  <a:lnTo>
                    <a:pt x="28243" y="73515"/>
                  </a:lnTo>
                  <a:lnTo>
                    <a:pt x="27596" y="75240"/>
                  </a:lnTo>
                  <a:lnTo>
                    <a:pt x="27380" y="76102"/>
                  </a:lnTo>
                  <a:lnTo>
                    <a:pt x="27380" y="76965"/>
                  </a:lnTo>
                  <a:lnTo>
                    <a:pt x="27380" y="76965"/>
                  </a:lnTo>
                  <a:lnTo>
                    <a:pt x="27811" y="77827"/>
                  </a:lnTo>
                  <a:lnTo>
                    <a:pt x="28458" y="78474"/>
                  </a:lnTo>
                  <a:lnTo>
                    <a:pt x="29320" y="79121"/>
                  </a:lnTo>
                  <a:lnTo>
                    <a:pt x="29967" y="79983"/>
                  </a:lnTo>
                  <a:lnTo>
                    <a:pt x="29967" y="79983"/>
                  </a:lnTo>
                  <a:lnTo>
                    <a:pt x="31045" y="81923"/>
                  </a:lnTo>
                  <a:lnTo>
                    <a:pt x="31692" y="83864"/>
                  </a:lnTo>
                  <a:lnTo>
                    <a:pt x="32554" y="87960"/>
                  </a:lnTo>
                  <a:lnTo>
                    <a:pt x="32554" y="87960"/>
                  </a:lnTo>
                  <a:lnTo>
                    <a:pt x="31692" y="89469"/>
                  </a:lnTo>
                  <a:lnTo>
                    <a:pt x="30830" y="91193"/>
                  </a:lnTo>
                  <a:lnTo>
                    <a:pt x="30398" y="92056"/>
                  </a:lnTo>
                  <a:lnTo>
                    <a:pt x="30183" y="92918"/>
                  </a:lnTo>
                  <a:lnTo>
                    <a:pt x="30183" y="93780"/>
                  </a:lnTo>
                  <a:lnTo>
                    <a:pt x="30183" y="94858"/>
                  </a:lnTo>
                  <a:lnTo>
                    <a:pt x="30183" y="94858"/>
                  </a:lnTo>
                  <a:lnTo>
                    <a:pt x="30614" y="95936"/>
                  </a:lnTo>
                  <a:lnTo>
                    <a:pt x="31476" y="97230"/>
                  </a:lnTo>
                  <a:lnTo>
                    <a:pt x="32339" y="98523"/>
                  </a:lnTo>
                  <a:lnTo>
                    <a:pt x="32985" y="100032"/>
                  </a:lnTo>
                  <a:lnTo>
                    <a:pt x="32985" y="100032"/>
                  </a:lnTo>
                  <a:lnTo>
                    <a:pt x="33201" y="101326"/>
                  </a:lnTo>
                  <a:lnTo>
                    <a:pt x="33417" y="102620"/>
                  </a:lnTo>
                  <a:lnTo>
                    <a:pt x="33632" y="103913"/>
                  </a:lnTo>
                  <a:lnTo>
                    <a:pt x="33848" y="105207"/>
                  </a:lnTo>
                  <a:lnTo>
                    <a:pt x="33848" y="105207"/>
                  </a:lnTo>
                  <a:lnTo>
                    <a:pt x="34710" y="106500"/>
                  </a:lnTo>
                  <a:lnTo>
                    <a:pt x="35572" y="107794"/>
                  </a:lnTo>
                  <a:lnTo>
                    <a:pt x="36435" y="109087"/>
                  </a:lnTo>
                  <a:lnTo>
                    <a:pt x="36650" y="109734"/>
                  </a:lnTo>
                  <a:lnTo>
                    <a:pt x="36866" y="110381"/>
                  </a:lnTo>
                  <a:lnTo>
                    <a:pt x="36866" y="110381"/>
                  </a:lnTo>
                  <a:lnTo>
                    <a:pt x="36650" y="111243"/>
                  </a:lnTo>
                  <a:lnTo>
                    <a:pt x="36866" y="112105"/>
                  </a:lnTo>
                  <a:lnTo>
                    <a:pt x="37297" y="112752"/>
                  </a:lnTo>
                  <a:lnTo>
                    <a:pt x="37944" y="113183"/>
                  </a:lnTo>
                  <a:lnTo>
                    <a:pt x="37944" y="113183"/>
                  </a:lnTo>
                  <a:lnTo>
                    <a:pt x="40746" y="112968"/>
                  </a:lnTo>
                  <a:lnTo>
                    <a:pt x="43118" y="112321"/>
                  </a:lnTo>
                  <a:lnTo>
                    <a:pt x="45489" y="111674"/>
                  </a:lnTo>
                  <a:lnTo>
                    <a:pt x="47430" y="110596"/>
                  </a:lnTo>
                  <a:lnTo>
                    <a:pt x="49154" y="109303"/>
                  </a:lnTo>
                  <a:lnTo>
                    <a:pt x="50663" y="107578"/>
                  </a:lnTo>
                  <a:lnTo>
                    <a:pt x="51526" y="105638"/>
                  </a:lnTo>
                  <a:lnTo>
                    <a:pt x="52173" y="103266"/>
                  </a:lnTo>
                  <a:lnTo>
                    <a:pt x="52173" y="103266"/>
                  </a:lnTo>
                  <a:lnTo>
                    <a:pt x="53250" y="103051"/>
                  </a:lnTo>
                  <a:lnTo>
                    <a:pt x="53897" y="102620"/>
                  </a:lnTo>
                  <a:lnTo>
                    <a:pt x="54544" y="101973"/>
                  </a:lnTo>
                  <a:lnTo>
                    <a:pt x="54975" y="101110"/>
                  </a:lnTo>
                  <a:lnTo>
                    <a:pt x="55191" y="100248"/>
                  </a:lnTo>
                  <a:lnTo>
                    <a:pt x="55191" y="99386"/>
                  </a:lnTo>
                  <a:lnTo>
                    <a:pt x="54975" y="98308"/>
                  </a:lnTo>
                  <a:lnTo>
                    <a:pt x="54544" y="97445"/>
                  </a:lnTo>
                  <a:lnTo>
                    <a:pt x="54544" y="97445"/>
                  </a:lnTo>
                  <a:lnTo>
                    <a:pt x="55191" y="96583"/>
                  </a:lnTo>
                  <a:lnTo>
                    <a:pt x="56053" y="95936"/>
                  </a:lnTo>
                  <a:lnTo>
                    <a:pt x="57778" y="94643"/>
                  </a:lnTo>
                  <a:lnTo>
                    <a:pt x="59502" y="93565"/>
                  </a:lnTo>
                  <a:lnTo>
                    <a:pt x="60365" y="92918"/>
                  </a:lnTo>
                  <a:lnTo>
                    <a:pt x="61012" y="92056"/>
                  </a:lnTo>
                  <a:lnTo>
                    <a:pt x="61012" y="92056"/>
                  </a:lnTo>
                  <a:lnTo>
                    <a:pt x="61012" y="90331"/>
                  </a:lnTo>
                  <a:lnTo>
                    <a:pt x="61012" y="89038"/>
                  </a:lnTo>
                  <a:lnTo>
                    <a:pt x="60580" y="86451"/>
                  </a:lnTo>
                  <a:lnTo>
                    <a:pt x="59934" y="84079"/>
                  </a:lnTo>
                  <a:lnTo>
                    <a:pt x="59502" y="82786"/>
                  </a:lnTo>
                  <a:lnTo>
                    <a:pt x="59287" y="81492"/>
                  </a:lnTo>
                  <a:lnTo>
                    <a:pt x="59287" y="81492"/>
                  </a:lnTo>
                  <a:lnTo>
                    <a:pt x="59934" y="79983"/>
                  </a:lnTo>
                  <a:lnTo>
                    <a:pt x="60796" y="78905"/>
                  </a:lnTo>
                  <a:lnTo>
                    <a:pt x="62521" y="76749"/>
                  </a:lnTo>
                  <a:lnTo>
                    <a:pt x="64677" y="74809"/>
                  </a:lnTo>
                  <a:lnTo>
                    <a:pt x="66617" y="72869"/>
                  </a:lnTo>
                  <a:lnTo>
                    <a:pt x="68773" y="70713"/>
                  </a:lnTo>
                  <a:lnTo>
                    <a:pt x="69635" y="69635"/>
                  </a:lnTo>
                  <a:lnTo>
                    <a:pt x="70282" y="68557"/>
                  </a:lnTo>
                  <a:lnTo>
                    <a:pt x="70929" y="67263"/>
                  </a:lnTo>
                  <a:lnTo>
                    <a:pt x="71575" y="65970"/>
                  </a:lnTo>
                  <a:lnTo>
                    <a:pt x="71791" y="64245"/>
                  </a:lnTo>
                  <a:lnTo>
                    <a:pt x="71791" y="62736"/>
                  </a:lnTo>
                  <a:lnTo>
                    <a:pt x="71791" y="62736"/>
                  </a:lnTo>
                  <a:lnTo>
                    <a:pt x="69419" y="63167"/>
                  </a:lnTo>
                  <a:lnTo>
                    <a:pt x="66617" y="63814"/>
                  </a:lnTo>
                  <a:lnTo>
                    <a:pt x="65539" y="63814"/>
                  </a:lnTo>
                  <a:lnTo>
                    <a:pt x="64461" y="63598"/>
                  </a:lnTo>
                  <a:lnTo>
                    <a:pt x="64245" y="63383"/>
                  </a:lnTo>
                  <a:lnTo>
                    <a:pt x="64030" y="62952"/>
                  </a:lnTo>
                  <a:lnTo>
                    <a:pt x="63814" y="62305"/>
                  </a:lnTo>
                  <a:lnTo>
                    <a:pt x="63814" y="61658"/>
                  </a:lnTo>
                  <a:lnTo>
                    <a:pt x="63814" y="61658"/>
                  </a:lnTo>
                  <a:lnTo>
                    <a:pt x="66617" y="61227"/>
                  </a:lnTo>
                  <a:lnTo>
                    <a:pt x="69419" y="60149"/>
                  </a:lnTo>
                  <a:lnTo>
                    <a:pt x="72006" y="58855"/>
                  </a:lnTo>
                  <a:lnTo>
                    <a:pt x="73084" y="58209"/>
                  </a:lnTo>
                  <a:lnTo>
                    <a:pt x="74162" y="57346"/>
                  </a:lnTo>
                  <a:lnTo>
                    <a:pt x="74162" y="57346"/>
                  </a:lnTo>
                  <a:lnTo>
                    <a:pt x="75456" y="56915"/>
                  </a:lnTo>
                  <a:lnTo>
                    <a:pt x="76534" y="56484"/>
                  </a:lnTo>
                  <a:lnTo>
                    <a:pt x="77396" y="55837"/>
                  </a:lnTo>
                  <a:lnTo>
                    <a:pt x="78043" y="54975"/>
                  </a:lnTo>
                  <a:lnTo>
                    <a:pt x="79336" y="53250"/>
                  </a:lnTo>
                  <a:lnTo>
                    <a:pt x="80414" y="51310"/>
                  </a:lnTo>
                  <a:lnTo>
                    <a:pt x="80414" y="51310"/>
                  </a:lnTo>
                  <a:lnTo>
                    <a:pt x="79983" y="50663"/>
                  </a:lnTo>
                  <a:lnTo>
                    <a:pt x="79336" y="50232"/>
                  </a:lnTo>
                  <a:lnTo>
                    <a:pt x="78043" y="49370"/>
                  </a:lnTo>
                  <a:lnTo>
                    <a:pt x="76965" y="48723"/>
                  </a:lnTo>
                  <a:lnTo>
                    <a:pt x="76318" y="48076"/>
                  </a:lnTo>
                  <a:lnTo>
                    <a:pt x="76103" y="47429"/>
                  </a:lnTo>
                  <a:lnTo>
                    <a:pt x="76103" y="47429"/>
                  </a:lnTo>
                  <a:lnTo>
                    <a:pt x="75456" y="48076"/>
                  </a:lnTo>
                  <a:lnTo>
                    <a:pt x="74593" y="48723"/>
                  </a:lnTo>
                  <a:lnTo>
                    <a:pt x="73300" y="49154"/>
                  </a:lnTo>
                  <a:lnTo>
                    <a:pt x="71791" y="49154"/>
                  </a:lnTo>
                  <a:lnTo>
                    <a:pt x="71791" y="49154"/>
                  </a:lnTo>
                  <a:lnTo>
                    <a:pt x="71575" y="48292"/>
                  </a:lnTo>
                  <a:lnTo>
                    <a:pt x="71144" y="47429"/>
                  </a:lnTo>
                  <a:lnTo>
                    <a:pt x="70497" y="46783"/>
                  </a:lnTo>
                  <a:lnTo>
                    <a:pt x="69635" y="46351"/>
                  </a:lnTo>
                  <a:lnTo>
                    <a:pt x="68988" y="45705"/>
                  </a:lnTo>
                  <a:lnTo>
                    <a:pt x="68341" y="45058"/>
                  </a:lnTo>
                  <a:lnTo>
                    <a:pt x="67910" y="44196"/>
                  </a:lnTo>
                  <a:lnTo>
                    <a:pt x="67695" y="43118"/>
                  </a:lnTo>
                  <a:lnTo>
                    <a:pt x="67695" y="43118"/>
                  </a:lnTo>
                  <a:lnTo>
                    <a:pt x="68341" y="42902"/>
                  </a:lnTo>
                  <a:lnTo>
                    <a:pt x="68988" y="42687"/>
                  </a:lnTo>
                  <a:lnTo>
                    <a:pt x="68988" y="42687"/>
                  </a:lnTo>
                  <a:lnTo>
                    <a:pt x="70497" y="44196"/>
                  </a:lnTo>
                  <a:lnTo>
                    <a:pt x="72006" y="45705"/>
                  </a:lnTo>
                  <a:lnTo>
                    <a:pt x="73084" y="46351"/>
                  </a:lnTo>
                  <a:lnTo>
                    <a:pt x="74162" y="46567"/>
                  </a:lnTo>
                  <a:lnTo>
                    <a:pt x="75456" y="46567"/>
                  </a:lnTo>
                  <a:lnTo>
                    <a:pt x="76749" y="46136"/>
                  </a:lnTo>
                  <a:lnTo>
                    <a:pt x="76749" y="46136"/>
                  </a:lnTo>
                  <a:lnTo>
                    <a:pt x="77180" y="46998"/>
                  </a:lnTo>
                  <a:lnTo>
                    <a:pt x="77827" y="47429"/>
                  </a:lnTo>
                  <a:lnTo>
                    <a:pt x="78690" y="47861"/>
                  </a:lnTo>
                  <a:lnTo>
                    <a:pt x="79552" y="48076"/>
                  </a:lnTo>
                  <a:lnTo>
                    <a:pt x="81708" y="48292"/>
                  </a:lnTo>
                  <a:lnTo>
                    <a:pt x="83864" y="48076"/>
                  </a:lnTo>
                  <a:lnTo>
                    <a:pt x="83864" y="48076"/>
                  </a:lnTo>
                  <a:lnTo>
                    <a:pt x="86882" y="48076"/>
                  </a:lnTo>
                  <a:lnTo>
                    <a:pt x="86882" y="48076"/>
                  </a:lnTo>
                  <a:lnTo>
                    <a:pt x="87744" y="48939"/>
                  </a:lnTo>
                  <a:lnTo>
                    <a:pt x="88391" y="49585"/>
                  </a:lnTo>
                  <a:lnTo>
                    <a:pt x="89469" y="50232"/>
                  </a:lnTo>
                  <a:lnTo>
                    <a:pt x="90331" y="50879"/>
                  </a:lnTo>
                  <a:lnTo>
                    <a:pt x="90331" y="50879"/>
                  </a:lnTo>
                  <a:lnTo>
                    <a:pt x="90331" y="51310"/>
                  </a:lnTo>
                  <a:lnTo>
                    <a:pt x="90331" y="51526"/>
                  </a:lnTo>
                  <a:lnTo>
                    <a:pt x="90762" y="52172"/>
                  </a:lnTo>
                  <a:lnTo>
                    <a:pt x="92056" y="53250"/>
                  </a:lnTo>
                  <a:lnTo>
                    <a:pt x="92056" y="53250"/>
                  </a:lnTo>
                  <a:lnTo>
                    <a:pt x="92487" y="53035"/>
                  </a:lnTo>
                  <a:lnTo>
                    <a:pt x="92918" y="52819"/>
                  </a:lnTo>
                  <a:lnTo>
                    <a:pt x="92918" y="52819"/>
                  </a:lnTo>
                  <a:lnTo>
                    <a:pt x="93349" y="52603"/>
                  </a:lnTo>
                  <a:lnTo>
                    <a:pt x="93996" y="52388"/>
                  </a:lnTo>
                  <a:lnTo>
                    <a:pt x="93996" y="52388"/>
                  </a:lnTo>
                  <a:lnTo>
                    <a:pt x="94212" y="54759"/>
                  </a:lnTo>
                  <a:lnTo>
                    <a:pt x="94859" y="56700"/>
                  </a:lnTo>
                  <a:lnTo>
                    <a:pt x="96368" y="60149"/>
                  </a:lnTo>
                  <a:lnTo>
                    <a:pt x="96368" y="60149"/>
                  </a:lnTo>
                  <a:lnTo>
                    <a:pt x="96368" y="60149"/>
                  </a:lnTo>
                  <a:lnTo>
                    <a:pt x="96368" y="55837"/>
                  </a:lnTo>
                  <a:lnTo>
                    <a:pt x="95936" y="51526"/>
                  </a:lnTo>
                  <a:lnTo>
                    <a:pt x="95505" y="47214"/>
                  </a:lnTo>
                  <a:lnTo>
                    <a:pt x="94643" y="43118"/>
                  </a:lnTo>
                  <a:lnTo>
                    <a:pt x="93781" y="39022"/>
                  </a:lnTo>
                  <a:lnTo>
                    <a:pt x="92703" y="34925"/>
                  </a:lnTo>
                  <a:lnTo>
                    <a:pt x="91409" y="31045"/>
                  </a:lnTo>
                  <a:lnTo>
                    <a:pt x="89900" y="27164"/>
                  </a:lnTo>
                  <a:lnTo>
                    <a:pt x="88175" y="23499"/>
                  </a:lnTo>
                  <a:lnTo>
                    <a:pt x="86451" y="19834"/>
                  </a:lnTo>
                  <a:lnTo>
                    <a:pt x="84295" y="16169"/>
                  </a:lnTo>
                  <a:lnTo>
                    <a:pt x="82139" y="12720"/>
                  </a:lnTo>
                  <a:lnTo>
                    <a:pt x="79983" y="9486"/>
                  </a:lnTo>
                  <a:lnTo>
                    <a:pt x="77396" y="6252"/>
                  </a:lnTo>
                  <a:lnTo>
                    <a:pt x="74809" y="3019"/>
                  </a:lnTo>
                  <a:lnTo>
                    <a:pt x="72006" y="0"/>
                  </a:lnTo>
                  <a:lnTo>
                    <a:pt x="72006" y="0"/>
                  </a:lnTo>
                  <a:lnTo>
                    <a:pt x="71791" y="863"/>
                  </a:lnTo>
                  <a:lnTo>
                    <a:pt x="72006" y="1725"/>
                  </a:lnTo>
                  <a:lnTo>
                    <a:pt x="72222" y="1941"/>
                  </a:lnTo>
                  <a:lnTo>
                    <a:pt x="72438" y="2372"/>
                  </a:lnTo>
                  <a:lnTo>
                    <a:pt x="73731" y="2803"/>
                  </a:lnTo>
                  <a:close/>
                  <a:moveTo>
                    <a:pt x="48076" y="25440"/>
                  </a:moveTo>
                  <a:lnTo>
                    <a:pt x="48076" y="25440"/>
                  </a:lnTo>
                  <a:lnTo>
                    <a:pt x="48723" y="25224"/>
                  </a:lnTo>
                  <a:lnTo>
                    <a:pt x="49154" y="25440"/>
                  </a:lnTo>
                  <a:lnTo>
                    <a:pt x="50017" y="25871"/>
                  </a:lnTo>
                  <a:lnTo>
                    <a:pt x="50663" y="26518"/>
                  </a:lnTo>
                  <a:lnTo>
                    <a:pt x="51310" y="27164"/>
                  </a:lnTo>
                  <a:lnTo>
                    <a:pt x="51310" y="27164"/>
                  </a:lnTo>
                  <a:lnTo>
                    <a:pt x="51957" y="27164"/>
                  </a:lnTo>
                  <a:lnTo>
                    <a:pt x="52388" y="27164"/>
                  </a:lnTo>
                  <a:lnTo>
                    <a:pt x="53035" y="26733"/>
                  </a:lnTo>
                  <a:lnTo>
                    <a:pt x="53035" y="26733"/>
                  </a:lnTo>
                  <a:lnTo>
                    <a:pt x="53035" y="26302"/>
                  </a:lnTo>
                  <a:lnTo>
                    <a:pt x="52819" y="26086"/>
                  </a:lnTo>
                  <a:lnTo>
                    <a:pt x="52604" y="26086"/>
                  </a:lnTo>
                  <a:lnTo>
                    <a:pt x="52388" y="25655"/>
                  </a:lnTo>
                  <a:lnTo>
                    <a:pt x="52388" y="25655"/>
                  </a:lnTo>
                  <a:lnTo>
                    <a:pt x="52819" y="25224"/>
                  </a:lnTo>
                  <a:lnTo>
                    <a:pt x="53466" y="25008"/>
                  </a:lnTo>
                  <a:lnTo>
                    <a:pt x="54113" y="24793"/>
                  </a:lnTo>
                  <a:lnTo>
                    <a:pt x="54975" y="24793"/>
                  </a:lnTo>
                  <a:lnTo>
                    <a:pt x="54975" y="24793"/>
                  </a:lnTo>
                  <a:lnTo>
                    <a:pt x="54975" y="25440"/>
                  </a:lnTo>
                  <a:lnTo>
                    <a:pt x="54760" y="25871"/>
                  </a:lnTo>
                  <a:lnTo>
                    <a:pt x="54544" y="26086"/>
                  </a:lnTo>
                  <a:lnTo>
                    <a:pt x="54328" y="26518"/>
                  </a:lnTo>
                  <a:lnTo>
                    <a:pt x="54328" y="26518"/>
                  </a:lnTo>
                  <a:lnTo>
                    <a:pt x="54760" y="27164"/>
                  </a:lnTo>
                  <a:lnTo>
                    <a:pt x="55622" y="27595"/>
                  </a:lnTo>
                  <a:lnTo>
                    <a:pt x="57131" y="28242"/>
                  </a:lnTo>
                  <a:lnTo>
                    <a:pt x="57778" y="28673"/>
                  </a:lnTo>
                  <a:lnTo>
                    <a:pt x="58425" y="29105"/>
                  </a:lnTo>
                  <a:lnTo>
                    <a:pt x="59071" y="29751"/>
                  </a:lnTo>
                  <a:lnTo>
                    <a:pt x="59071" y="30614"/>
                  </a:lnTo>
                  <a:lnTo>
                    <a:pt x="59071" y="30614"/>
                  </a:lnTo>
                  <a:lnTo>
                    <a:pt x="57778" y="31045"/>
                  </a:lnTo>
                  <a:lnTo>
                    <a:pt x="56700" y="31045"/>
                  </a:lnTo>
                  <a:lnTo>
                    <a:pt x="55406" y="30829"/>
                  </a:lnTo>
                  <a:lnTo>
                    <a:pt x="54328" y="30614"/>
                  </a:lnTo>
                  <a:lnTo>
                    <a:pt x="54328" y="30614"/>
                  </a:lnTo>
                  <a:lnTo>
                    <a:pt x="52819" y="30182"/>
                  </a:lnTo>
                  <a:lnTo>
                    <a:pt x="51526" y="29967"/>
                  </a:lnTo>
                  <a:lnTo>
                    <a:pt x="50232" y="30182"/>
                  </a:lnTo>
                  <a:lnTo>
                    <a:pt x="49586" y="30398"/>
                  </a:lnTo>
                  <a:lnTo>
                    <a:pt x="48939" y="30829"/>
                  </a:lnTo>
                  <a:lnTo>
                    <a:pt x="48939" y="30829"/>
                  </a:lnTo>
                  <a:lnTo>
                    <a:pt x="48508" y="31045"/>
                  </a:lnTo>
                  <a:lnTo>
                    <a:pt x="48292" y="30829"/>
                  </a:lnTo>
                  <a:lnTo>
                    <a:pt x="48292" y="30829"/>
                  </a:lnTo>
                  <a:lnTo>
                    <a:pt x="48076" y="30614"/>
                  </a:lnTo>
                  <a:lnTo>
                    <a:pt x="47861" y="30614"/>
                  </a:lnTo>
                  <a:lnTo>
                    <a:pt x="47861" y="30614"/>
                  </a:lnTo>
                  <a:lnTo>
                    <a:pt x="47214" y="30829"/>
                  </a:lnTo>
                  <a:lnTo>
                    <a:pt x="46998" y="31260"/>
                  </a:lnTo>
                  <a:lnTo>
                    <a:pt x="46998" y="31260"/>
                  </a:lnTo>
                  <a:lnTo>
                    <a:pt x="46567" y="31476"/>
                  </a:lnTo>
                  <a:lnTo>
                    <a:pt x="46352" y="31692"/>
                  </a:lnTo>
                  <a:lnTo>
                    <a:pt x="45921" y="31692"/>
                  </a:lnTo>
                  <a:lnTo>
                    <a:pt x="45921" y="31692"/>
                  </a:lnTo>
                  <a:lnTo>
                    <a:pt x="46136" y="30182"/>
                  </a:lnTo>
                  <a:lnTo>
                    <a:pt x="46352" y="28458"/>
                  </a:lnTo>
                  <a:lnTo>
                    <a:pt x="46998" y="26733"/>
                  </a:lnTo>
                  <a:lnTo>
                    <a:pt x="47430" y="26086"/>
                  </a:lnTo>
                  <a:lnTo>
                    <a:pt x="48076" y="25440"/>
                  </a:lnTo>
                  <a:close/>
                  <a:moveTo>
                    <a:pt x="34710" y="14445"/>
                  </a:moveTo>
                  <a:lnTo>
                    <a:pt x="34710" y="14445"/>
                  </a:lnTo>
                  <a:lnTo>
                    <a:pt x="34710" y="14014"/>
                  </a:lnTo>
                  <a:lnTo>
                    <a:pt x="34494" y="13798"/>
                  </a:lnTo>
                  <a:lnTo>
                    <a:pt x="34279" y="13582"/>
                  </a:lnTo>
                  <a:lnTo>
                    <a:pt x="34279" y="13151"/>
                  </a:lnTo>
                  <a:lnTo>
                    <a:pt x="34279" y="13151"/>
                  </a:lnTo>
                  <a:lnTo>
                    <a:pt x="34926" y="12720"/>
                  </a:lnTo>
                  <a:lnTo>
                    <a:pt x="35357" y="12289"/>
                  </a:lnTo>
                  <a:lnTo>
                    <a:pt x="35788" y="12073"/>
                  </a:lnTo>
                  <a:lnTo>
                    <a:pt x="36219" y="11426"/>
                  </a:lnTo>
                  <a:lnTo>
                    <a:pt x="36219" y="11426"/>
                  </a:lnTo>
                  <a:lnTo>
                    <a:pt x="36004" y="10995"/>
                  </a:lnTo>
                  <a:lnTo>
                    <a:pt x="35572" y="10780"/>
                  </a:lnTo>
                  <a:lnTo>
                    <a:pt x="35141" y="10564"/>
                  </a:lnTo>
                  <a:lnTo>
                    <a:pt x="34926" y="10133"/>
                  </a:lnTo>
                  <a:lnTo>
                    <a:pt x="34926" y="10133"/>
                  </a:lnTo>
                  <a:lnTo>
                    <a:pt x="34926" y="9271"/>
                  </a:lnTo>
                  <a:lnTo>
                    <a:pt x="35357" y="8624"/>
                  </a:lnTo>
                  <a:lnTo>
                    <a:pt x="35788" y="8193"/>
                  </a:lnTo>
                  <a:lnTo>
                    <a:pt x="36435" y="7762"/>
                  </a:lnTo>
                  <a:lnTo>
                    <a:pt x="37728" y="7115"/>
                  </a:lnTo>
                  <a:lnTo>
                    <a:pt x="38159" y="6684"/>
                  </a:lnTo>
                  <a:lnTo>
                    <a:pt x="38375" y="5821"/>
                  </a:lnTo>
                  <a:lnTo>
                    <a:pt x="38375" y="5821"/>
                  </a:lnTo>
                  <a:lnTo>
                    <a:pt x="39453" y="5606"/>
                  </a:lnTo>
                  <a:lnTo>
                    <a:pt x="40100" y="5821"/>
                  </a:lnTo>
                  <a:lnTo>
                    <a:pt x="40315" y="6037"/>
                  </a:lnTo>
                  <a:lnTo>
                    <a:pt x="40315" y="6037"/>
                  </a:lnTo>
                  <a:lnTo>
                    <a:pt x="40315" y="6684"/>
                  </a:lnTo>
                  <a:lnTo>
                    <a:pt x="39884" y="6899"/>
                  </a:lnTo>
                  <a:lnTo>
                    <a:pt x="39237" y="7330"/>
                  </a:lnTo>
                  <a:lnTo>
                    <a:pt x="38375" y="7762"/>
                  </a:lnTo>
                  <a:lnTo>
                    <a:pt x="38159" y="7977"/>
                  </a:lnTo>
                  <a:lnTo>
                    <a:pt x="37944" y="8408"/>
                  </a:lnTo>
                  <a:lnTo>
                    <a:pt x="37944" y="8408"/>
                  </a:lnTo>
                  <a:lnTo>
                    <a:pt x="37728" y="9486"/>
                  </a:lnTo>
                  <a:lnTo>
                    <a:pt x="37944" y="10133"/>
                  </a:lnTo>
                  <a:lnTo>
                    <a:pt x="38375" y="10780"/>
                  </a:lnTo>
                  <a:lnTo>
                    <a:pt x="38806" y="10995"/>
                  </a:lnTo>
                  <a:lnTo>
                    <a:pt x="39237" y="11211"/>
                  </a:lnTo>
                  <a:lnTo>
                    <a:pt x="39884" y="11211"/>
                  </a:lnTo>
                  <a:lnTo>
                    <a:pt x="41393" y="11211"/>
                  </a:lnTo>
                  <a:lnTo>
                    <a:pt x="41393" y="11211"/>
                  </a:lnTo>
                  <a:lnTo>
                    <a:pt x="42902" y="10995"/>
                  </a:lnTo>
                  <a:lnTo>
                    <a:pt x="43765" y="11211"/>
                  </a:lnTo>
                  <a:lnTo>
                    <a:pt x="44411" y="11426"/>
                  </a:lnTo>
                  <a:lnTo>
                    <a:pt x="44411" y="11426"/>
                  </a:lnTo>
                  <a:lnTo>
                    <a:pt x="42902" y="11642"/>
                  </a:lnTo>
                  <a:lnTo>
                    <a:pt x="41178" y="11642"/>
                  </a:lnTo>
                  <a:lnTo>
                    <a:pt x="39884" y="12073"/>
                  </a:lnTo>
                  <a:lnTo>
                    <a:pt x="39453" y="12289"/>
                  </a:lnTo>
                  <a:lnTo>
                    <a:pt x="39022" y="12936"/>
                  </a:lnTo>
                  <a:lnTo>
                    <a:pt x="39022" y="12936"/>
                  </a:lnTo>
                  <a:lnTo>
                    <a:pt x="39237" y="12936"/>
                  </a:lnTo>
                  <a:lnTo>
                    <a:pt x="39884" y="12936"/>
                  </a:lnTo>
                  <a:lnTo>
                    <a:pt x="39884" y="12936"/>
                  </a:lnTo>
                  <a:lnTo>
                    <a:pt x="40315" y="12936"/>
                  </a:lnTo>
                  <a:lnTo>
                    <a:pt x="40746" y="12936"/>
                  </a:lnTo>
                  <a:lnTo>
                    <a:pt x="40962" y="13151"/>
                  </a:lnTo>
                  <a:lnTo>
                    <a:pt x="40962" y="13798"/>
                  </a:lnTo>
                  <a:lnTo>
                    <a:pt x="40962" y="13798"/>
                  </a:lnTo>
                  <a:lnTo>
                    <a:pt x="40531" y="14014"/>
                  </a:lnTo>
                  <a:lnTo>
                    <a:pt x="40315" y="14014"/>
                  </a:lnTo>
                  <a:lnTo>
                    <a:pt x="39884" y="13798"/>
                  </a:lnTo>
                  <a:lnTo>
                    <a:pt x="39884" y="13798"/>
                  </a:lnTo>
                  <a:lnTo>
                    <a:pt x="39453" y="13582"/>
                  </a:lnTo>
                  <a:lnTo>
                    <a:pt x="39022" y="13582"/>
                  </a:lnTo>
                  <a:lnTo>
                    <a:pt x="39022" y="13582"/>
                  </a:lnTo>
                  <a:lnTo>
                    <a:pt x="38591" y="14014"/>
                  </a:lnTo>
                  <a:lnTo>
                    <a:pt x="38159" y="14445"/>
                  </a:lnTo>
                  <a:lnTo>
                    <a:pt x="38159" y="15307"/>
                  </a:lnTo>
                  <a:lnTo>
                    <a:pt x="38159" y="16169"/>
                  </a:lnTo>
                  <a:lnTo>
                    <a:pt x="38159" y="16169"/>
                  </a:lnTo>
                  <a:lnTo>
                    <a:pt x="37513" y="16385"/>
                  </a:lnTo>
                  <a:lnTo>
                    <a:pt x="36866" y="16601"/>
                  </a:lnTo>
                  <a:lnTo>
                    <a:pt x="35788" y="16601"/>
                  </a:lnTo>
                  <a:lnTo>
                    <a:pt x="35788" y="16601"/>
                  </a:lnTo>
                  <a:lnTo>
                    <a:pt x="34279" y="16601"/>
                  </a:lnTo>
                  <a:lnTo>
                    <a:pt x="33632" y="16816"/>
                  </a:lnTo>
                  <a:lnTo>
                    <a:pt x="32985" y="17247"/>
                  </a:lnTo>
                  <a:lnTo>
                    <a:pt x="32985" y="17247"/>
                  </a:lnTo>
                  <a:lnTo>
                    <a:pt x="32554" y="17032"/>
                  </a:lnTo>
                  <a:lnTo>
                    <a:pt x="32123" y="16816"/>
                  </a:lnTo>
                  <a:lnTo>
                    <a:pt x="31045" y="17032"/>
                  </a:lnTo>
                  <a:lnTo>
                    <a:pt x="31045" y="17032"/>
                  </a:lnTo>
                  <a:lnTo>
                    <a:pt x="29752" y="17032"/>
                  </a:lnTo>
                  <a:lnTo>
                    <a:pt x="29320" y="16816"/>
                  </a:lnTo>
                  <a:lnTo>
                    <a:pt x="29105" y="16385"/>
                  </a:lnTo>
                  <a:lnTo>
                    <a:pt x="29105" y="16385"/>
                  </a:lnTo>
                  <a:lnTo>
                    <a:pt x="30614" y="16169"/>
                  </a:lnTo>
                  <a:lnTo>
                    <a:pt x="32123" y="15738"/>
                  </a:lnTo>
                  <a:lnTo>
                    <a:pt x="34710" y="14445"/>
                  </a:lnTo>
                  <a:close/>
                  <a:moveTo>
                    <a:pt x="50232" y="41177"/>
                  </a:moveTo>
                  <a:lnTo>
                    <a:pt x="50232" y="41177"/>
                  </a:lnTo>
                  <a:lnTo>
                    <a:pt x="49586" y="41177"/>
                  </a:lnTo>
                  <a:lnTo>
                    <a:pt x="49154" y="41393"/>
                  </a:lnTo>
                  <a:lnTo>
                    <a:pt x="48723" y="41609"/>
                  </a:lnTo>
                  <a:lnTo>
                    <a:pt x="48292" y="41824"/>
                  </a:lnTo>
                  <a:lnTo>
                    <a:pt x="48292" y="41824"/>
                  </a:lnTo>
                  <a:lnTo>
                    <a:pt x="47214" y="41824"/>
                  </a:lnTo>
                  <a:lnTo>
                    <a:pt x="46352" y="41609"/>
                  </a:lnTo>
                  <a:lnTo>
                    <a:pt x="44411" y="40746"/>
                  </a:lnTo>
                  <a:lnTo>
                    <a:pt x="44411" y="40746"/>
                  </a:lnTo>
                  <a:lnTo>
                    <a:pt x="42902" y="40315"/>
                  </a:lnTo>
                  <a:lnTo>
                    <a:pt x="41609" y="39884"/>
                  </a:lnTo>
                  <a:lnTo>
                    <a:pt x="40315" y="39884"/>
                  </a:lnTo>
                  <a:lnTo>
                    <a:pt x="38806" y="40099"/>
                  </a:lnTo>
                  <a:lnTo>
                    <a:pt x="38806" y="40099"/>
                  </a:lnTo>
                  <a:lnTo>
                    <a:pt x="38591" y="40746"/>
                  </a:lnTo>
                  <a:lnTo>
                    <a:pt x="38591" y="41393"/>
                  </a:lnTo>
                  <a:lnTo>
                    <a:pt x="38591" y="42040"/>
                  </a:lnTo>
                  <a:lnTo>
                    <a:pt x="38375" y="42471"/>
                  </a:lnTo>
                  <a:lnTo>
                    <a:pt x="38375" y="42471"/>
                  </a:lnTo>
                  <a:lnTo>
                    <a:pt x="35788" y="41609"/>
                  </a:lnTo>
                  <a:lnTo>
                    <a:pt x="33632" y="40531"/>
                  </a:lnTo>
                  <a:lnTo>
                    <a:pt x="31261" y="39668"/>
                  </a:lnTo>
                  <a:lnTo>
                    <a:pt x="28889" y="38806"/>
                  </a:lnTo>
                  <a:lnTo>
                    <a:pt x="28889" y="38806"/>
                  </a:lnTo>
                  <a:lnTo>
                    <a:pt x="29105" y="37944"/>
                  </a:lnTo>
                  <a:lnTo>
                    <a:pt x="29320" y="36866"/>
                  </a:lnTo>
                  <a:lnTo>
                    <a:pt x="29320" y="36003"/>
                  </a:lnTo>
                  <a:lnTo>
                    <a:pt x="28889" y="35141"/>
                  </a:lnTo>
                  <a:lnTo>
                    <a:pt x="28889" y="35141"/>
                  </a:lnTo>
                  <a:lnTo>
                    <a:pt x="25224" y="35357"/>
                  </a:lnTo>
                  <a:lnTo>
                    <a:pt x="21775" y="35357"/>
                  </a:lnTo>
                  <a:lnTo>
                    <a:pt x="21775" y="35357"/>
                  </a:lnTo>
                  <a:lnTo>
                    <a:pt x="21128" y="35357"/>
                  </a:lnTo>
                  <a:lnTo>
                    <a:pt x="20481" y="35572"/>
                  </a:lnTo>
                  <a:lnTo>
                    <a:pt x="19188" y="36003"/>
                  </a:lnTo>
                  <a:lnTo>
                    <a:pt x="18110" y="36650"/>
                  </a:lnTo>
                  <a:lnTo>
                    <a:pt x="16816" y="37081"/>
                  </a:lnTo>
                  <a:lnTo>
                    <a:pt x="16816" y="37081"/>
                  </a:lnTo>
                  <a:lnTo>
                    <a:pt x="15954" y="37297"/>
                  </a:lnTo>
                  <a:lnTo>
                    <a:pt x="15092" y="37297"/>
                  </a:lnTo>
                  <a:lnTo>
                    <a:pt x="14014" y="37081"/>
                  </a:lnTo>
                  <a:lnTo>
                    <a:pt x="13583" y="36866"/>
                  </a:lnTo>
                  <a:lnTo>
                    <a:pt x="13367" y="36434"/>
                  </a:lnTo>
                  <a:lnTo>
                    <a:pt x="13367" y="36434"/>
                  </a:lnTo>
                  <a:lnTo>
                    <a:pt x="13798" y="36219"/>
                  </a:lnTo>
                  <a:lnTo>
                    <a:pt x="14661" y="35788"/>
                  </a:lnTo>
                  <a:lnTo>
                    <a:pt x="16170" y="35357"/>
                  </a:lnTo>
                  <a:lnTo>
                    <a:pt x="17463" y="34925"/>
                  </a:lnTo>
                  <a:lnTo>
                    <a:pt x="18110" y="34710"/>
                  </a:lnTo>
                  <a:lnTo>
                    <a:pt x="18541" y="34063"/>
                  </a:lnTo>
                  <a:lnTo>
                    <a:pt x="18541" y="34063"/>
                  </a:lnTo>
                  <a:lnTo>
                    <a:pt x="18541" y="33201"/>
                  </a:lnTo>
                  <a:lnTo>
                    <a:pt x="18972" y="32338"/>
                  </a:lnTo>
                  <a:lnTo>
                    <a:pt x="19403" y="31692"/>
                  </a:lnTo>
                  <a:lnTo>
                    <a:pt x="20050" y="31260"/>
                  </a:lnTo>
                  <a:lnTo>
                    <a:pt x="21559" y="30182"/>
                  </a:lnTo>
                  <a:lnTo>
                    <a:pt x="21991" y="29536"/>
                  </a:lnTo>
                  <a:lnTo>
                    <a:pt x="22422" y="28673"/>
                  </a:lnTo>
                  <a:lnTo>
                    <a:pt x="22422" y="28673"/>
                  </a:lnTo>
                  <a:lnTo>
                    <a:pt x="23931" y="28889"/>
                  </a:lnTo>
                  <a:lnTo>
                    <a:pt x="25224" y="28673"/>
                  </a:lnTo>
                  <a:lnTo>
                    <a:pt x="26302" y="28242"/>
                  </a:lnTo>
                  <a:lnTo>
                    <a:pt x="27380" y="27380"/>
                  </a:lnTo>
                  <a:lnTo>
                    <a:pt x="27380" y="27380"/>
                  </a:lnTo>
                  <a:lnTo>
                    <a:pt x="28243" y="28242"/>
                  </a:lnTo>
                  <a:lnTo>
                    <a:pt x="28889" y="28889"/>
                  </a:lnTo>
                  <a:lnTo>
                    <a:pt x="30830" y="30182"/>
                  </a:lnTo>
                  <a:lnTo>
                    <a:pt x="32770" y="31476"/>
                  </a:lnTo>
                  <a:lnTo>
                    <a:pt x="34279" y="32770"/>
                  </a:lnTo>
                  <a:lnTo>
                    <a:pt x="34279" y="32770"/>
                  </a:lnTo>
                  <a:lnTo>
                    <a:pt x="34494" y="33201"/>
                  </a:lnTo>
                  <a:lnTo>
                    <a:pt x="34279" y="33632"/>
                  </a:lnTo>
                  <a:lnTo>
                    <a:pt x="34063" y="34063"/>
                  </a:lnTo>
                  <a:lnTo>
                    <a:pt x="34063" y="34063"/>
                  </a:lnTo>
                  <a:lnTo>
                    <a:pt x="34494" y="34063"/>
                  </a:lnTo>
                  <a:lnTo>
                    <a:pt x="34926" y="34063"/>
                  </a:lnTo>
                  <a:lnTo>
                    <a:pt x="35357" y="33416"/>
                  </a:lnTo>
                  <a:lnTo>
                    <a:pt x="35357" y="32770"/>
                  </a:lnTo>
                  <a:lnTo>
                    <a:pt x="35357" y="32554"/>
                  </a:lnTo>
                  <a:lnTo>
                    <a:pt x="35141" y="32338"/>
                  </a:lnTo>
                  <a:lnTo>
                    <a:pt x="35141" y="32338"/>
                  </a:lnTo>
                  <a:lnTo>
                    <a:pt x="35141" y="32123"/>
                  </a:lnTo>
                  <a:lnTo>
                    <a:pt x="35357" y="31907"/>
                  </a:lnTo>
                  <a:lnTo>
                    <a:pt x="36219" y="31907"/>
                  </a:lnTo>
                  <a:lnTo>
                    <a:pt x="36219" y="31907"/>
                  </a:lnTo>
                  <a:lnTo>
                    <a:pt x="36435" y="31907"/>
                  </a:lnTo>
                  <a:lnTo>
                    <a:pt x="36435" y="31907"/>
                  </a:lnTo>
                  <a:lnTo>
                    <a:pt x="35788" y="31260"/>
                  </a:lnTo>
                  <a:lnTo>
                    <a:pt x="34926" y="30614"/>
                  </a:lnTo>
                  <a:lnTo>
                    <a:pt x="33201" y="29536"/>
                  </a:lnTo>
                  <a:lnTo>
                    <a:pt x="32554" y="29105"/>
                  </a:lnTo>
                  <a:lnTo>
                    <a:pt x="31692" y="28458"/>
                  </a:lnTo>
                  <a:lnTo>
                    <a:pt x="31261" y="27595"/>
                  </a:lnTo>
                  <a:lnTo>
                    <a:pt x="30830" y="26518"/>
                  </a:lnTo>
                  <a:lnTo>
                    <a:pt x="30830" y="26518"/>
                  </a:lnTo>
                  <a:lnTo>
                    <a:pt x="31692" y="26733"/>
                  </a:lnTo>
                  <a:lnTo>
                    <a:pt x="32554" y="26949"/>
                  </a:lnTo>
                  <a:lnTo>
                    <a:pt x="34279" y="28242"/>
                  </a:lnTo>
                  <a:lnTo>
                    <a:pt x="35788" y="29320"/>
                  </a:lnTo>
                  <a:lnTo>
                    <a:pt x="36650" y="29751"/>
                  </a:lnTo>
                  <a:lnTo>
                    <a:pt x="37513" y="30182"/>
                  </a:lnTo>
                  <a:lnTo>
                    <a:pt x="37513" y="30182"/>
                  </a:lnTo>
                  <a:lnTo>
                    <a:pt x="37728" y="31260"/>
                  </a:lnTo>
                  <a:lnTo>
                    <a:pt x="37944" y="31907"/>
                  </a:lnTo>
                  <a:lnTo>
                    <a:pt x="38806" y="33201"/>
                  </a:lnTo>
                  <a:lnTo>
                    <a:pt x="39669" y="34494"/>
                  </a:lnTo>
                  <a:lnTo>
                    <a:pt x="40100" y="35141"/>
                  </a:lnTo>
                  <a:lnTo>
                    <a:pt x="40315" y="35788"/>
                  </a:lnTo>
                  <a:lnTo>
                    <a:pt x="40315" y="35788"/>
                  </a:lnTo>
                  <a:lnTo>
                    <a:pt x="41178" y="35788"/>
                  </a:lnTo>
                  <a:lnTo>
                    <a:pt x="41178" y="35788"/>
                  </a:lnTo>
                  <a:lnTo>
                    <a:pt x="41609" y="35357"/>
                  </a:lnTo>
                  <a:lnTo>
                    <a:pt x="41824" y="34925"/>
                  </a:lnTo>
                  <a:lnTo>
                    <a:pt x="42256" y="34710"/>
                  </a:lnTo>
                  <a:lnTo>
                    <a:pt x="42687" y="34494"/>
                  </a:lnTo>
                  <a:lnTo>
                    <a:pt x="42687" y="34494"/>
                  </a:lnTo>
                  <a:lnTo>
                    <a:pt x="42687" y="33847"/>
                  </a:lnTo>
                  <a:lnTo>
                    <a:pt x="42471" y="33632"/>
                  </a:lnTo>
                  <a:lnTo>
                    <a:pt x="42040" y="33201"/>
                  </a:lnTo>
                  <a:lnTo>
                    <a:pt x="41393" y="32770"/>
                  </a:lnTo>
                  <a:lnTo>
                    <a:pt x="41393" y="32554"/>
                  </a:lnTo>
                  <a:lnTo>
                    <a:pt x="41393" y="32123"/>
                  </a:lnTo>
                  <a:lnTo>
                    <a:pt x="41393" y="32123"/>
                  </a:lnTo>
                  <a:lnTo>
                    <a:pt x="42040" y="31907"/>
                  </a:lnTo>
                  <a:lnTo>
                    <a:pt x="42471" y="31692"/>
                  </a:lnTo>
                  <a:lnTo>
                    <a:pt x="42471" y="31692"/>
                  </a:lnTo>
                  <a:lnTo>
                    <a:pt x="43118" y="31260"/>
                  </a:lnTo>
                  <a:lnTo>
                    <a:pt x="43334" y="31260"/>
                  </a:lnTo>
                  <a:lnTo>
                    <a:pt x="43549" y="31476"/>
                  </a:lnTo>
                  <a:lnTo>
                    <a:pt x="43549" y="31476"/>
                  </a:lnTo>
                  <a:lnTo>
                    <a:pt x="44196" y="32123"/>
                  </a:lnTo>
                  <a:lnTo>
                    <a:pt x="44411" y="32985"/>
                  </a:lnTo>
                  <a:lnTo>
                    <a:pt x="45274" y="34494"/>
                  </a:lnTo>
                  <a:lnTo>
                    <a:pt x="45705" y="35141"/>
                  </a:lnTo>
                  <a:lnTo>
                    <a:pt x="46136" y="35788"/>
                  </a:lnTo>
                  <a:lnTo>
                    <a:pt x="46998" y="36219"/>
                  </a:lnTo>
                  <a:lnTo>
                    <a:pt x="48076" y="36219"/>
                  </a:lnTo>
                  <a:lnTo>
                    <a:pt x="48076" y="36219"/>
                  </a:lnTo>
                  <a:lnTo>
                    <a:pt x="48723" y="36219"/>
                  </a:lnTo>
                  <a:lnTo>
                    <a:pt x="48939" y="36003"/>
                  </a:lnTo>
                  <a:lnTo>
                    <a:pt x="48939" y="36003"/>
                  </a:lnTo>
                  <a:lnTo>
                    <a:pt x="49370" y="35572"/>
                  </a:lnTo>
                  <a:lnTo>
                    <a:pt x="49801" y="35572"/>
                  </a:lnTo>
                  <a:lnTo>
                    <a:pt x="49801" y="35572"/>
                  </a:lnTo>
                  <a:lnTo>
                    <a:pt x="50448" y="36003"/>
                  </a:lnTo>
                  <a:lnTo>
                    <a:pt x="51310" y="36434"/>
                  </a:lnTo>
                  <a:lnTo>
                    <a:pt x="51310" y="36434"/>
                  </a:lnTo>
                  <a:lnTo>
                    <a:pt x="51957" y="36219"/>
                  </a:lnTo>
                  <a:lnTo>
                    <a:pt x="52604" y="36003"/>
                  </a:lnTo>
                  <a:lnTo>
                    <a:pt x="53250" y="35788"/>
                  </a:lnTo>
                  <a:lnTo>
                    <a:pt x="54113" y="35788"/>
                  </a:lnTo>
                  <a:lnTo>
                    <a:pt x="54113" y="35788"/>
                  </a:lnTo>
                  <a:lnTo>
                    <a:pt x="54328" y="36434"/>
                  </a:lnTo>
                  <a:lnTo>
                    <a:pt x="54544" y="37297"/>
                  </a:lnTo>
                  <a:lnTo>
                    <a:pt x="54328" y="38806"/>
                  </a:lnTo>
                  <a:lnTo>
                    <a:pt x="53682" y="40315"/>
                  </a:lnTo>
                  <a:lnTo>
                    <a:pt x="53035" y="41609"/>
                  </a:lnTo>
                  <a:lnTo>
                    <a:pt x="53035" y="41609"/>
                  </a:lnTo>
                  <a:lnTo>
                    <a:pt x="52604" y="41609"/>
                  </a:lnTo>
                  <a:lnTo>
                    <a:pt x="52173" y="41609"/>
                  </a:lnTo>
                  <a:lnTo>
                    <a:pt x="51526" y="41393"/>
                  </a:lnTo>
                  <a:lnTo>
                    <a:pt x="51526" y="41393"/>
                  </a:lnTo>
                  <a:lnTo>
                    <a:pt x="50879" y="41177"/>
                  </a:lnTo>
                  <a:lnTo>
                    <a:pt x="50232" y="41177"/>
                  </a:lnTo>
                  <a:close/>
                  <a:moveTo>
                    <a:pt x="57131" y="54328"/>
                  </a:moveTo>
                  <a:lnTo>
                    <a:pt x="57131" y="54328"/>
                  </a:lnTo>
                  <a:lnTo>
                    <a:pt x="56915" y="52819"/>
                  </a:lnTo>
                  <a:lnTo>
                    <a:pt x="56484" y="51741"/>
                  </a:lnTo>
                  <a:lnTo>
                    <a:pt x="55837" y="50448"/>
                  </a:lnTo>
                  <a:lnTo>
                    <a:pt x="55191" y="49585"/>
                  </a:lnTo>
                  <a:lnTo>
                    <a:pt x="53897" y="47429"/>
                  </a:lnTo>
                  <a:lnTo>
                    <a:pt x="53466" y="46351"/>
                  </a:lnTo>
                  <a:lnTo>
                    <a:pt x="53035" y="45274"/>
                  </a:lnTo>
                  <a:lnTo>
                    <a:pt x="53035" y="45274"/>
                  </a:lnTo>
                  <a:lnTo>
                    <a:pt x="54328" y="45274"/>
                  </a:lnTo>
                  <a:lnTo>
                    <a:pt x="54328" y="45274"/>
                  </a:lnTo>
                  <a:lnTo>
                    <a:pt x="56700" y="48292"/>
                  </a:lnTo>
                  <a:lnTo>
                    <a:pt x="57778" y="49801"/>
                  </a:lnTo>
                  <a:lnTo>
                    <a:pt x="58425" y="51741"/>
                  </a:lnTo>
                  <a:lnTo>
                    <a:pt x="58425" y="51741"/>
                  </a:lnTo>
                  <a:lnTo>
                    <a:pt x="58856" y="52388"/>
                  </a:lnTo>
                  <a:lnTo>
                    <a:pt x="59502" y="53250"/>
                  </a:lnTo>
                  <a:lnTo>
                    <a:pt x="60796" y="54544"/>
                  </a:lnTo>
                  <a:lnTo>
                    <a:pt x="61443" y="55406"/>
                  </a:lnTo>
                  <a:lnTo>
                    <a:pt x="61874" y="56053"/>
                  </a:lnTo>
                  <a:lnTo>
                    <a:pt x="62089" y="56700"/>
                  </a:lnTo>
                  <a:lnTo>
                    <a:pt x="61874" y="57562"/>
                  </a:lnTo>
                  <a:lnTo>
                    <a:pt x="61874" y="57562"/>
                  </a:lnTo>
                  <a:lnTo>
                    <a:pt x="62521" y="58209"/>
                  </a:lnTo>
                  <a:lnTo>
                    <a:pt x="63167" y="59287"/>
                  </a:lnTo>
                  <a:lnTo>
                    <a:pt x="63814" y="61443"/>
                  </a:lnTo>
                  <a:lnTo>
                    <a:pt x="63814" y="61443"/>
                  </a:lnTo>
                  <a:lnTo>
                    <a:pt x="62736" y="60796"/>
                  </a:lnTo>
                  <a:lnTo>
                    <a:pt x="61658" y="60149"/>
                  </a:lnTo>
                  <a:lnTo>
                    <a:pt x="59934" y="58209"/>
                  </a:lnTo>
                  <a:lnTo>
                    <a:pt x="57131" y="54328"/>
                  </a:lnTo>
                  <a:close/>
                  <a:moveTo>
                    <a:pt x="71791" y="35357"/>
                  </a:moveTo>
                  <a:lnTo>
                    <a:pt x="71791" y="35357"/>
                  </a:lnTo>
                  <a:lnTo>
                    <a:pt x="71144" y="35572"/>
                  </a:lnTo>
                  <a:lnTo>
                    <a:pt x="70497" y="35788"/>
                  </a:lnTo>
                  <a:lnTo>
                    <a:pt x="69851" y="35572"/>
                  </a:lnTo>
                  <a:lnTo>
                    <a:pt x="69204" y="35357"/>
                  </a:lnTo>
                  <a:lnTo>
                    <a:pt x="67910" y="34710"/>
                  </a:lnTo>
                  <a:lnTo>
                    <a:pt x="67048" y="33847"/>
                  </a:lnTo>
                  <a:lnTo>
                    <a:pt x="67048" y="33847"/>
                  </a:lnTo>
                  <a:lnTo>
                    <a:pt x="67264" y="32770"/>
                  </a:lnTo>
                  <a:lnTo>
                    <a:pt x="67479" y="32338"/>
                  </a:lnTo>
                  <a:lnTo>
                    <a:pt x="67695" y="32123"/>
                  </a:lnTo>
                  <a:lnTo>
                    <a:pt x="67695" y="32123"/>
                  </a:lnTo>
                  <a:lnTo>
                    <a:pt x="66832" y="30829"/>
                  </a:lnTo>
                  <a:lnTo>
                    <a:pt x="65754" y="29751"/>
                  </a:lnTo>
                  <a:lnTo>
                    <a:pt x="64892" y="28673"/>
                  </a:lnTo>
                  <a:lnTo>
                    <a:pt x="64030" y="27164"/>
                  </a:lnTo>
                  <a:lnTo>
                    <a:pt x="64030" y="27164"/>
                  </a:lnTo>
                  <a:lnTo>
                    <a:pt x="64892" y="26086"/>
                  </a:lnTo>
                  <a:lnTo>
                    <a:pt x="65970" y="25440"/>
                  </a:lnTo>
                  <a:lnTo>
                    <a:pt x="67264" y="25008"/>
                  </a:lnTo>
                  <a:lnTo>
                    <a:pt x="69204" y="24793"/>
                  </a:lnTo>
                  <a:lnTo>
                    <a:pt x="69204" y="24793"/>
                  </a:lnTo>
                  <a:lnTo>
                    <a:pt x="69204" y="25440"/>
                  </a:lnTo>
                  <a:lnTo>
                    <a:pt x="69419" y="25871"/>
                  </a:lnTo>
                  <a:lnTo>
                    <a:pt x="69419" y="26302"/>
                  </a:lnTo>
                  <a:lnTo>
                    <a:pt x="69419" y="26302"/>
                  </a:lnTo>
                  <a:lnTo>
                    <a:pt x="68557" y="26302"/>
                  </a:lnTo>
                  <a:lnTo>
                    <a:pt x="68126" y="26518"/>
                  </a:lnTo>
                  <a:lnTo>
                    <a:pt x="67695" y="26733"/>
                  </a:lnTo>
                  <a:lnTo>
                    <a:pt x="67264" y="27164"/>
                  </a:lnTo>
                  <a:lnTo>
                    <a:pt x="67264" y="27164"/>
                  </a:lnTo>
                  <a:lnTo>
                    <a:pt x="68126" y="28458"/>
                  </a:lnTo>
                  <a:lnTo>
                    <a:pt x="69204" y="29536"/>
                  </a:lnTo>
                  <a:lnTo>
                    <a:pt x="70497" y="30182"/>
                  </a:lnTo>
                  <a:lnTo>
                    <a:pt x="71575" y="30829"/>
                  </a:lnTo>
                  <a:lnTo>
                    <a:pt x="71575" y="30829"/>
                  </a:lnTo>
                  <a:lnTo>
                    <a:pt x="71791" y="31260"/>
                  </a:lnTo>
                  <a:lnTo>
                    <a:pt x="71575" y="31260"/>
                  </a:lnTo>
                  <a:lnTo>
                    <a:pt x="70929" y="31476"/>
                  </a:lnTo>
                  <a:lnTo>
                    <a:pt x="70929" y="31476"/>
                  </a:lnTo>
                  <a:lnTo>
                    <a:pt x="70497" y="31476"/>
                  </a:lnTo>
                  <a:lnTo>
                    <a:pt x="70497" y="31476"/>
                  </a:lnTo>
                  <a:lnTo>
                    <a:pt x="70713" y="31907"/>
                  </a:lnTo>
                  <a:lnTo>
                    <a:pt x="70929" y="32338"/>
                  </a:lnTo>
                  <a:lnTo>
                    <a:pt x="71575" y="33416"/>
                  </a:lnTo>
                  <a:lnTo>
                    <a:pt x="72006" y="34279"/>
                  </a:lnTo>
                  <a:lnTo>
                    <a:pt x="72006" y="34710"/>
                  </a:lnTo>
                  <a:lnTo>
                    <a:pt x="71791" y="35357"/>
                  </a:ln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14"/>
            <p:cNvSpPr/>
            <p:nvPr/>
          </p:nvSpPr>
          <p:spPr>
            <a:xfrm>
              <a:off x="3559350" y="1353775"/>
              <a:ext cx="2409200" cy="2829600"/>
            </a:xfrm>
            <a:custGeom>
              <a:avLst/>
              <a:gdLst/>
              <a:ahLst/>
              <a:cxnLst/>
              <a:rect l="l" t="t" r="r" b="b"/>
              <a:pathLst>
                <a:path w="96368" h="113184" fill="none" extrusionOk="0">
                  <a:moveTo>
                    <a:pt x="73731" y="2803"/>
                  </a:moveTo>
                  <a:lnTo>
                    <a:pt x="73731" y="2803"/>
                  </a:lnTo>
                  <a:lnTo>
                    <a:pt x="70713" y="2156"/>
                  </a:lnTo>
                  <a:lnTo>
                    <a:pt x="67264" y="1725"/>
                  </a:lnTo>
                  <a:lnTo>
                    <a:pt x="67264" y="1725"/>
                  </a:lnTo>
                  <a:lnTo>
                    <a:pt x="67264" y="2156"/>
                  </a:lnTo>
                  <a:lnTo>
                    <a:pt x="67479" y="2372"/>
                  </a:lnTo>
                  <a:lnTo>
                    <a:pt x="67479" y="2803"/>
                  </a:lnTo>
                  <a:lnTo>
                    <a:pt x="67264" y="2803"/>
                  </a:lnTo>
                  <a:lnTo>
                    <a:pt x="67264" y="2803"/>
                  </a:lnTo>
                  <a:lnTo>
                    <a:pt x="64461" y="2803"/>
                  </a:lnTo>
                  <a:lnTo>
                    <a:pt x="61874" y="3019"/>
                  </a:lnTo>
                  <a:lnTo>
                    <a:pt x="59287" y="3665"/>
                  </a:lnTo>
                  <a:lnTo>
                    <a:pt x="56915" y="4528"/>
                  </a:lnTo>
                  <a:lnTo>
                    <a:pt x="56915" y="4528"/>
                  </a:lnTo>
                  <a:lnTo>
                    <a:pt x="56700" y="4312"/>
                  </a:lnTo>
                  <a:lnTo>
                    <a:pt x="56700" y="4097"/>
                  </a:lnTo>
                  <a:lnTo>
                    <a:pt x="56700" y="3665"/>
                  </a:lnTo>
                  <a:lnTo>
                    <a:pt x="56915" y="3234"/>
                  </a:lnTo>
                  <a:lnTo>
                    <a:pt x="56700" y="3234"/>
                  </a:lnTo>
                  <a:lnTo>
                    <a:pt x="56484" y="3019"/>
                  </a:lnTo>
                  <a:lnTo>
                    <a:pt x="56484" y="3019"/>
                  </a:lnTo>
                  <a:lnTo>
                    <a:pt x="55406" y="3019"/>
                  </a:lnTo>
                  <a:lnTo>
                    <a:pt x="55406" y="3019"/>
                  </a:lnTo>
                  <a:lnTo>
                    <a:pt x="55191" y="3450"/>
                  </a:lnTo>
                  <a:lnTo>
                    <a:pt x="55191" y="3665"/>
                  </a:lnTo>
                  <a:lnTo>
                    <a:pt x="55406" y="4097"/>
                  </a:lnTo>
                  <a:lnTo>
                    <a:pt x="55622" y="4528"/>
                  </a:lnTo>
                  <a:lnTo>
                    <a:pt x="55622" y="4743"/>
                  </a:lnTo>
                  <a:lnTo>
                    <a:pt x="55406" y="4959"/>
                  </a:lnTo>
                  <a:lnTo>
                    <a:pt x="55406" y="4959"/>
                  </a:lnTo>
                  <a:lnTo>
                    <a:pt x="54328" y="4959"/>
                  </a:lnTo>
                  <a:lnTo>
                    <a:pt x="53466" y="5174"/>
                  </a:lnTo>
                  <a:lnTo>
                    <a:pt x="52819" y="5821"/>
                  </a:lnTo>
                  <a:lnTo>
                    <a:pt x="52388" y="6684"/>
                  </a:lnTo>
                  <a:lnTo>
                    <a:pt x="52388" y="6684"/>
                  </a:lnTo>
                  <a:lnTo>
                    <a:pt x="51526" y="6468"/>
                  </a:lnTo>
                  <a:lnTo>
                    <a:pt x="50879" y="6252"/>
                  </a:lnTo>
                  <a:lnTo>
                    <a:pt x="50448" y="6468"/>
                  </a:lnTo>
                  <a:lnTo>
                    <a:pt x="50448" y="6468"/>
                  </a:lnTo>
                  <a:lnTo>
                    <a:pt x="50232" y="6684"/>
                  </a:lnTo>
                  <a:lnTo>
                    <a:pt x="50448" y="6684"/>
                  </a:lnTo>
                  <a:lnTo>
                    <a:pt x="50663" y="6899"/>
                  </a:lnTo>
                  <a:lnTo>
                    <a:pt x="51095" y="7115"/>
                  </a:lnTo>
                  <a:lnTo>
                    <a:pt x="50879" y="7330"/>
                  </a:lnTo>
                  <a:lnTo>
                    <a:pt x="50879" y="7330"/>
                  </a:lnTo>
                  <a:lnTo>
                    <a:pt x="49801" y="7115"/>
                  </a:lnTo>
                  <a:lnTo>
                    <a:pt x="49154" y="6684"/>
                  </a:lnTo>
                  <a:lnTo>
                    <a:pt x="48508" y="6037"/>
                  </a:lnTo>
                  <a:lnTo>
                    <a:pt x="48292" y="5174"/>
                  </a:lnTo>
                  <a:lnTo>
                    <a:pt x="48292" y="5174"/>
                  </a:lnTo>
                  <a:lnTo>
                    <a:pt x="49154" y="5174"/>
                  </a:lnTo>
                  <a:lnTo>
                    <a:pt x="50232" y="5390"/>
                  </a:lnTo>
                  <a:lnTo>
                    <a:pt x="50232" y="5390"/>
                  </a:lnTo>
                  <a:lnTo>
                    <a:pt x="51095" y="5390"/>
                  </a:lnTo>
                  <a:lnTo>
                    <a:pt x="51957" y="5390"/>
                  </a:lnTo>
                  <a:lnTo>
                    <a:pt x="52604" y="5174"/>
                  </a:lnTo>
                  <a:lnTo>
                    <a:pt x="53035" y="4528"/>
                  </a:lnTo>
                  <a:lnTo>
                    <a:pt x="53035" y="4528"/>
                  </a:lnTo>
                  <a:lnTo>
                    <a:pt x="52388" y="3665"/>
                  </a:lnTo>
                  <a:lnTo>
                    <a:pt x="51095" y="3019"/>
                  </a:lnTo>
                  <a:lnTo>
                    <a:pt x="49801" y="2803"/>
                  </a:lnTo>
                  <a:lnTo>
                    <a:pt x="48292" y="2372"/>
                  </a:lnTo>
                  <a:lnTo>
                    <a:pt x="45705" y="1941"/>
                  </a:lnTo>
                  <a:lnTo>
                    <a:pt x="44411" y="1509"/>
                  </a:lnTo>
                  <a:lnTo>
                    <a:pt x="43549" y="863"/>
                  </a:lnTo>
                  <a:lnTo>
                    <a:pt x="43549" y="863"/>
                  </a:lnTo>
                  <a:lnTo>
                    <a:pt x="42040" y="863"/>
                  </a:lnTo>
                  <a:lnTo>
                    <a:pt x="40531" y="863"/>
                  </a:lnTo>
                  <a:lnTo>
                    <a:pt x="37728" y="1294"/>
                  </a:lnTo>
                  <a:lnTo>
                    <a:pt x="32339" y="2587"/>
                  </a:lnTo>
                  <a:lnTo>
                    <a:pt x="32339" y="2587"/>
                  </a:lnTo>
                  <a:lnTo>
                    <a:pt x="32123" y="3450"/>
                  </a:lnTo>
                  <a:lnTo>
                    <a:pt x="31907" y="3881"/>
                  </a:lnTo>
                  <a:lnTo>
                    <a:pt x="30830" y="5174"/>
                  </a:lnTo>
                  <a:lnTo>
                    <a:pt x="29752" y="6252"/>
                  </a:lnTo>
                  <a:lnTo>
                    <a:pt x="28889" y="7546"/>
                  </a:lnTo>
                  <a:lnTo>
                    <a:pt x="28889" y="7546"/>
                  </a:lnTo>
                  <a:lnTo>
                    <a:pt x="27380" y="7762"/>
                  </a:lnTo>
                  <a:lnTo>
                    <a:pt x="26302" y="8193"/>
                  </a:lnTo>
                  <a:lnTo>
                    <a:pt x="25224" y="8839"/>
                  </a:lnTo>
                  <a:lnTo>
                    <a:pt x="24146" y="9486"/>
                  </a:lnTo>
                  <a:lnTo>
                    <a:pt x="24146" y="9486"/>
                  </a:lnTo>
                  <a:lnTo>
                    <a:pt x="24146" y="10780"/>
                  </a:lnTo>
                  <a:lnTo>
                    <a:pt x="24362" y="11858"/>
                  </a:lnTo>
                  <a:lnTo>
                    <a:pt x="24793" y="12504"/>
                  </a:lnTo>
                  <a:lnTo>
                    <a:pt x="25440" y="12936"/>
                  </a:lnTo>
                  <a:lnTo>
                    <a:pt x="26302" y="13151"/>
                  </a:lnTo>
                  <a:lnTo>
                    <a:pt x="27165" y="12936"/>
                  </a:lnTo>
                  <a:lnTo>
                    <a:pt x="28243" y="12720"/>
                  </a:lnTo>
                  <a:lnTo>
                    <a:pt x="29105" y="12073"/>
                  </a:lnTo>
                  <a:lnTo>
                    <a:pt x="29105" y="12073"/>
                  </a:lnTo>
                  <a:lnTo>
                    <a:pt x="29967" y="13367"/>
                  </a:lnTo>
                  <a:lnTo>
                    <a:pt x="30398" y="14014"/>
                  </a:lnTo>
                  <a:lnTo>
                    <a:pt x="30614" y="14876"/>
                  </a:lnTo>
                  <a:lnTo>
                    <a:pt x="30614" y="14876"/>
                  </a:lnTo>
                  <a:lnTo>
                    <a:pt x="29967" y="15307"/>
                  </a:lnTo>
                  <a:lnTo>
                    <a:pt x="29536" y="15307"/>
                  </a:lnTo>
                  <a:lnTo>
                    <a:pt x="29105" y="15307"/>
                  </a:lnTo>
                  <a:lnTo>
                    <a:pt x="29105" y="15307"/>
                  </a:lnTo>
                  <a:lnTo>
                    <a:pt x="29105" y="14445"/>
                  </a:lnTo>
                  <a:lnTo>
                    <a:pt x="28889" y="14014"/>
                  </a:lnTo>
                  <a:lnTo>
                    <a:pt x="28889" y="13798"/>
                  </a:lnTo>
                  <a:lnTo>
                    <a:pt x="28889" y="13798"/>
                  </a:lnTo>
                  <a:lnTo>
                    <a:pt x="28027" y="13798"/>
                  </a:lnTo>
                  <a:lnTo>
                    <a:pt x="27596" y="14014"/>
                  </a:lnTo>
                  <a:lnTo>
                    <a:pt x="27165" y="14445"/>
                  </a:lnTo>
                  <a:lnTo>
                    <a:pt x="26733" y="14876"/>
                  </a:lnTo>
                  <a:lnTo>
                    <a:pt x="26733" y="14876"/>
                  </a:lnTo>
                  <a:lnTo>
                    <a:pt x="27165" y="16169"/>
                  </a:lnTo>
                  <a:lnTo>
                    <a:pt x="27165" y="16816"/>
                  </a:lnTo>
                  <a:lnTo>
                    <a:pt x="27165" y="17463"/>
                  </a:lnTo>
                  <a:lnTo>
                    <a:pt x="27165" y="17463"/>
                  </a:lnTo>
                  <a:lnTo>
                    <a:pt x="25871" y="17678"/>
                  </a:lnTo>
                  <a:lnTo>
                    <a:pt x="24362" y="17678"/>
                  </a:lnTo>
                  <a:lnTo>
                    <a:pt x="24362" y="17678"/>
                  </a:lnTo>
                  <a:lnTo>
                    <a:pt x="23068" y="19188"/>
                  </a:lnTo>
                  <a:lnTo>
                    <a:pt x="21559" y="20481"/>
                  </a:lnTo>
                  <a:lnTo>
                    <a:pt x="20697" y="21128"/>
                  </a:lnTo>
                  <a:lnTo>
                    <a:pt x="19835" y="21559"/>
                  </a:lnTo>
                  <a:lnTo>
                    <a:pt x="18757" y="21775"/>
                  </a:lnTo>
                  <a:lnTo>
                    <a:pt x="17679" y="21990"/>
                  </a:lnTo>
                  <a:lnTo>
                    <a:pt x="17679" y="21990"/>
                  </a:lnTo>
                  <a:lnTo>
                    <a:pt x="17463" y="22421"/>
                  </a:lnTo>
                  <a:lnTo>
                    <a:pt x="17248" y="22853"/>
                  </a:lnTo>
                  <a:lnTo>
                    <a:pt x="16816" y="22853"/>
                  </a:lnTo>
                  <a:lnTo>
                    <a:pt x="16816" y="22853"/>
                  </a:lnTo>
                  <a:lnTo>
                    <a:pt x="15954" y="22853"/>
                  </a:lnTo>
                  <a:lnTo>
                    <a:pt x="15954" y="22853"/>
                  </a:lnTo>
                  <a:lnTo>
                    <a:pt x="15307" y="22637"/>
                  </a:lnTo>
                  <a:lnTo>
                    <a:pt x="15092" y="22853"/>
                  </a:lnTo>
                  <a:lnTo>
                    <a:pt x="14876" y="23284"/>
                  </a:lnTo>
                  <a:lnTo>
                    <a:pt x="14876" y="23284"/>
                  </a:lnTo>
                  <a:lnTo>
                    <a:pt x="16170" y="23930"/>
                  </a:lnTo>
                  <a:lnTo>
                    <a:pt x="16816" y="24577"/>
                  </a:lnTo>
                  <a:lnTo>
                    <a:pt x="17463" y="25224"/>
                  </a:lnTo>
                  <a:lnTo>
                    <a:pt x="17679" y="26086"/>
                  </a:lnTo>
                  <a:lnTo>
                    <a:pt x="17894" y="26733"/>
                  </a:lnTo>
                  <a:lnTo>
                    <a:pt x="17679" y="27595"/>
                  </a:lnTo>
                  <a:lnTo>
                    <a:pt x="17032" y="28458"/>
                  </a:lnTo>
                  <a:lnTo>
                    <a:pt x="17032" y="28458"/>
                  </a:lnTo>
                  <a:lnTo>
                    <a:pt x="15523" y="28458"/>
                  </a:lnTo>
                  <a:lnTo>
                    <a:pt x="14014" y="28242"/>
                  </a:lnTo>
                  <a:lnTo>
                    <a:pt x="14014" y="28242"/>
                  </a:lnTo>
                  <a:lnTo>
                    <a:pt x="11858" y="28242"/>
                  </a:lnTo>
                  <a:lnTo>
                    <a:pt x="10780" y="28458"/>
                  </a:lnTo>
                  <a:lnTo>
                    <a:pt x="10133" y="28889"/>
                  </a:lnTo>
                  <a:lnTo>
                    <a:pt x="10133" y="28889"/>
                  </a:lnTo>
                  <a:lnTo>
                    <a:pt x="10133" y="29967"/>
                  </a:lnTo>
                  <a:lnTo>
                    <a:pt x="10133" y="30829"/>
                  </a:lnTo>
                  <a:lnTo>
                    <a:pt x="9702" y="32338"/>
                  </a:lnTo>
                  <a:lnTo>
                    <a:pt x="9487" y="33632"/>
                  </a:lnTo>
                  <a:lnTo>
                    <a:pt x="9702" y="34494"/>
                  </a:lnTo>
                  <a:lnTo>
                    <a:pt x="9918" y="35357"/>
                  </a:lnTo>
                  <a:lnTo>
                    <a:pt x="9918" y="35357"/>
                  </a:lnTo>
                  <a:lnTo>
                    <a:pt x="10996" y="35357"/>
                  </a:lnTo>
                  <a:lnTo>
                    <a:pt x="11858" y="35357"/>
                  </a:lnTo>
                  <a:lnTo>
                    <a:pt x="12289" y="36003"/>
                  </a:lnTo>
                  <a:lnTo>
                    <a:pt x="12505" y="36650"/>
                  </a:lnTo>
                  <a:lnTo>
                    <a:pt x="12505" y="36650"/>
                  </a:lnTo>
                  <a:lnTo>
                    <a:pt x="12074" y="37512"/>
                  </a:lnTo>
                  <a:lnTo>
                    <a:pt x="11427" y="38375"/>
                  </a:lnTo>
                  <a:lnTo>
                    <a:pt x="9918" y="39453"/>
                  </a:lnTo>
                  <a:lnTo>
                    <a:pt x="9271" y="40099"/>
                  </a:lnTo>
                  <a:lnTo>
                    <a:pt x="8624" y="40746"/>
                  </a:lnTo>
                  <a:lnTo>
                    <a:pt x="8193" y="41609"/>
                  </a:lnTo>
                  <a:lnTo>
                    <a:pt x="8193" y="42902"/>
                  </a:lnTo>
                  <a:lnTo>
                    <a:pt x="8193" y="42902"/>
                  </a:lnTo>
                  <a:lnTo>
                    <a:pt x="5822" y="44842"/>
                  </a:lnTo>
                  <a:lnTo>
                    <a:pt x="3666" y="46998"/>
                  </a:lnTo>
                  <a:lnTo>
                    <a:pt x="1725" y="49585"/>
                  </a:lnTo>
                  <a:lnTo>
                    <a:pt x="1" y="52172"/>
                  </a:lnTo>
                  <a:lnTo>
                    <a:pt x="1" y="52172"/>
                  </a:lnTo>
                  <a:lnTo>
                    <a:pt x="648" y="53250"/>
                  </a:lnTo>
                  <a:lnTo>
                    <a:pt x="1079" y="54328"/>
                  </a:lnTo>
                  <a:lnTo>
                    <a:pt x="863" y="55622"/>
                  </a:lnTo>
                  <a:lnTo>
                    <a:pt x="648" y="56915"/>
                  </a:lnTo>
                  <a:lnTo>
                    <a:pt x="216" y="59502"/>
                  </a:lnTo>
                  <a:lnTo>
                    <a:pt x="1" y="60796"/>
                  </a:lnTo>
                  <a:lnTo>
                    <a:pt x="1" y="62089"/>
                  </a:lnTo>
                  <a:lnTo>
                    <a:pt x="1" y="62089"/>
                  </a:lnTo>
                  <a:lnTo>
                    <a:pt x="2588" y="64245"/>
                  </a:lnTo>
                  <a:lnTo>
                    <a:pt x="3450" y="65323"/>
                  </a:lnTo>
                  <a:lnTo>
                    <a:pt x="3881" y="66185"/>
                  </a:lnTo>
                  <a:lnTo>
                    <a:pt x="4097" y="67048"/>
                  </a:lnTo>
                  <a:lnTo>
                    <a:pt x="4097" y="67048"/>
                  </a:lnTo>
                  <a:lnTo>
                    <a:pt x="4744" y="67479"/>
                  </a:lnTo>
                  <a:lnTo>
                    <a:pt x="5606" y="67910"/>
                  </a:lnTo>
                  <a:lnTo>
                    <a:pt x="6900" y="69204"/>
                  </a:lnTo>
                  <a:lnTo>
                    <a:pt x="8193" y="70282"/>
                  </a:lnTo>
                  <a:lnTo>
                    <a:pt x="9055" y="70497"/>
                  </a:lnTo>
                  <a:lnTo>
                    <a:pt x="9918" y="70713"/>
                  </a:lnTo>
                  <a:lnTo>
                    <a:pt x="9918" y="70713"/>
                  </a:lnTo>
                  <a:lnTo>
                    <a:pt x="10996" y="70713"/>
                  </a:lnTo>
                  <a:lnTo>
                    <a:pt x="12074" y="70282"/>
                  </a:lnTo>
                  <a:lnTo>
                    <a:pt x="12074" y="70282"/>
                  </a:lnTo>
                  <a:lnTo>
                    <a:pt x="12936" y="70066"/>
                  </a:lnTo>
                  <a:lnTo>
                    <a:pt x="14014" y="69850"/>
                  </a:lnTo>
                  <a:lnTo>
                    <a:pt x="15092" y="69850"/>
                  </a:lnTo>
                  <a:lnTo>
                    <a:pt x="16170" y="70282"/>
                  </a:lnTo>
                  <a:lnTo>
                    <a:pt x="16170" y="70282"/>
                  </a:lnTo>
                  <a:lnTo>
                    <a:pt x="17463" y="69635"/>
                  </a:lnTo>
                  <a:lnTo>
                    <a:pt x="18972" y="68988"/>
                  </a:lnTo>
                  <a:lnTo>
                    <a:pt x="20697" y="68557"/>
                  </a:lnTo>
                  <a:lnTo>
                    <a:pt x="22853" y="68772"/>
                  </a:lnTo>
                  <a:lnTo>
                    <a:pt x="22853" y="68772"/>
                  </a:lnTo>
                  <a:lnTo>
                    <a:pt x="23284" y="69204"/>
                  </a:lnTo>
                  <a:lnTo>
                    <a:pt x="23500" y="69850"/>
                  </a:lnTo>
                  <a:lnTo>
                    <a:pt x="23931" y="70497"/>
                  </a:lnTo>
                  <a:lnTo>
                    <a:pt x="24362" y="70713"/>
                  </a:lnTo>
                  <a:lnTo>
                    <a:pt x="24362" y="70713"/>
                  </a:lnTo>
                  <a:lnTo>
                    <a:pt x="25224" y="70713"/>
                  </a:lnTo>
                  <a:lnTo>
                    <a:pt x="25871" y="70713"/>
                  </a:lnTo>
                  <a:lnTo>
                    <a:pt x="25871" y="70713"/>
                  </a:lnTo>
                  <a:lnTo>
                    <a:pt x="26949" y="70497"/>
                  </a:lnTo>
                  <a:lnTo>
                    <a:pt x="26949" y="70497"/>
                  </a:lnTo>
                  <a:lnTo>
                    <a:pt x="27811" y="71144"/>
                  </a:lnTo>
                  <a:lnTo>
                    <a:pt x="28243" y="71791"/>
                  </a:lnTo>
                  <a:lnTo>
                    <a:pt x="28243" y="72653"/>
                  </a:lnTo>
                  <a:lnTo>
                    <a:pt x="28243" y="73515"/>
                  </a:lnTo>
                  <a:lnTo>
                    <a:pt x="27596" y="75240"/>
                  </a:lnTo>
                  <a:lnTo>
                    <a:pt x="27380" y="76102"/>
                  </a:lnTo>
                  <a:lnTo>
                    <a:pt x="27380" y="76965"/>
                  </a:lnTo>
                  <a:lnTo>
                    <a:pt x="27380" y="76965"/>
                  </a:lnTo>
                  <a:lnTo>
                    <a:pt x="27811" y="77827"/>
                  </a:lnTo>
                  <a:lnTo>
                    <a:pt x="28458" y="78474"/>
                  </a:lnTo>
                  <a:lnTo>
                    <a:pt x="29320" y="79121"/>
                  </a:lnTo>
                  <a:lnTo>
                    <a:pt x="29967" y="79983"/>
                  </a:lnTo>
                  <a:lnTo>
                    <a:pt x="29967" y="79983"/>
                  </a:lnTo>
                  <a:lnTo>
                    <a:pt x="31045" y="81923"/>
                  </a:lnTo>
                  <a:lnTo>
                    <a:pt x="31692" y="83864"/>
                  </a:lnTo>
                  <a:lnTo>
                    <a:pt x="32554" y="87960"/>
                  </a:lnTo>
                  <a:lnTo>
                    <a:pt x="32554" y="87960"/>
                  </a:lnTo>
                  <a:lnTo>
                    <a:pt x="31692" y="89469"/>
                  </a:lnTo>
                  <a:lnTo>
                    <a:pt x="30830" y="91193"/>
                  </a:lnTo>
                  <a:lnTo>
                    <a:pt x="30398" y="92056"/>
                  </a:lnTo>
                  <a:lnTo>
                    <a:pt x="30183" y="92918"/>
                  </a:lnTo>
                  <a:lnTo>
                    <a:pt x="30183" y="93780"/>
                  </a:lnTo>
                  <a:lnTo>
                    <a:pt x="30183" y="94858"/>
                  </a:lnTo>
                  <a:lnTo>
                    <a:pt x="30183" y="94858"/>
                  </a:lnTo>
                  <a:lnTo>
                    <a:pt x="30614" y="95936"/>
                  </a:lnTo>
                  <a:lnTo>
                    <a:pt x="31476" y="97230"/>
                  </a:lnTo>
                  <a:lnTo>
                    <a:pt x="32339" y="98523"/>
                  </a:lnTo>
                  <a:lnTo>
                    <a:pt x="32985" y="100032"/>
                  </a:lnTo>
                  <a:lnTo>
                    <a:pt x="32985" y="100032"/>
                  </a:lnTo>
                  <a:lnTo>
                    <a:pt x="33201" y="101326"/>
                  </a:lnTo>
                  <a:lnTo>
                    <a:pt x="33417" y="102620"/>
                  </a:lnTo>
                  <a:lnTo>
                    <a:pt x="33632" y="103913"/>
                  </a:lnTo>
                  <a:lnTo>
                    <a:pt x="33848" y="105207"/>
                  </a:lnTo>
                  <a:lnTo>
                    <a:pt x="33848" y="105207"/>
                  </a:lnTo>
                  <a:lnTo>
                    <a:pt x="34710" y="106500"/>
                  </a:lnTo>
                  <a:lnTo>
                    <a:pt x="35572" y="107794"/>
                  </a:lnTo>
                  <a:lnTo>
                    <a:pt x="36435" y="109087"/>
                  </a:lnTo>
                  <a:lnTo>
                    <a:pt x="36650" y="109734"/>
                  </a:lnTo>
                  <a:lnTo>
                    <a:pt x="36866" y="110381"/>
                  </a:lnTo>
                  <a:lnTo>
                    <a:pt x="36866" y="110381"/>
                  </a:lnTo>
                  <a:lnTo>
                    <a:pt x="36650" y="111243"/>
                  </a:lnTo>
                  <a:lnTo>
                    <a:pt x="36866" y="112105"/>
                  </a:lnTo>
                  <a:lnTo>
                    <a:pt x="37297" y="112752"/>
                  </a:lnTo>
                  <a:lnTo>
                    <a:pt x="37944" y="113183"/>
                  </a:lnTo>
                  <a:lnTo>
                    <a:pt x="37944" y="113183"/>
                  </a:lnTo>
                  <a:lnTo>
                    <a:pt x="40746" y="112968"/>
                  </a:lnTo>
                  <a:lnTo>
                    <a:pt x="43118" y="112321"/>
                  </a:lnTo>
                  <a:lnTo>
                    <a:pt x="45489" y="111674"/>
                  </a:lnTo>
                  <a:lnTo>
                    <a:pt x="47430" y="110596"/>
                  </a:lnTo>
                  <a:lnTo>
                    <a:pt x="49154" y="109303"/>
                  </a:lnTo>
                  <a:lnTo>
                    <a:pt x="50663" y="107578"/>
                  </a:lnTo>
                  <a:lnTo>
                    <a:pt x="51526" y="105638"/>
                  </a:lnTo>
                  <a:lnTo>
                    <a:pt x="52173" y="103266"/>
                  </a:lnTo>
                  <a:lnTo>
                    <a:pt x="52173" y="103266"/>
                  </a:lnTo>
                  <a:lnTo>
                    <a:pt x="53250" y="103051"/>
                  </a:lnTo>
                  <a:lnTo>
                    <a:pt x="53897" y="102620"/>
                  </a:lnTo>
                  <a:lnTo>
                    <a:pt x="54544" y="101973"/>
                  </a:lnTo>
                  <a:lnTo>
                    <a:pt x="54975" y="101110"/>
                  </a:lnTo>
                  <a:lnTo>
                    <a:pt x="55191" y="100248"/>
                  </a:lnTo>
                  <a:lnTo>
                    <a:pt x="55191" y="99386"/>
                  </a:lnTo>
                  <a:lnTo>
                    <a:pt x="54975" y="98308"/>
                  </a:lnTo>
                  <a:lnTo>
                    <a:pt x="54544" y="97445"/>
                  </a:lnTo>
                  <a:lnTo>
                    <a:pt x="54544" y="97445"/>
                  </a:lnTo>
                  <a:lnTo>
                    <a:pt x="55191" y="96583"/>
                  </a:lnTo>
                  <a:lnTo>
                    <a:pt x="56053" y="95936"/>
                  </a:lnTo>
                  <a:lnTo>
                    <a:pt x="57778" y="94643"/>
                  </a:lnTo>
                  <a:lnTo>
                    <a:pt x="59502" y="93565"/>
                  </a:lnTo>
                  <a:lnTo>
                    <a:pt x="60365" y="92918"/>
                  </a:lnTo>
                  <a:lnTo>
                    <a:pt x="61012" y="92056"/>
                  </a:lnTo>
                  <a:lnTo>
                    <a:pt x="61012" y="92056"/>
                  </a:lnTo>
                  <a:lnTo>
                    <a:pt x="61012" y="90331"/>
                  </a:lnTo>
                  <a:lnTo>
                    <a:pt x="61012" y="89038"/>
                  </a:lnTo>
                  <a:lnTo>
                    <a:pt x="60580" y="86451"/>
                  </a:lnTo>
                  <a:lnTo>
                    <a:pt x="59934" y="84079"/>
                  </a:lnTo>
                  <a:lnTo>
                    <a:pt x="59502" y="82786"/>
                  </a:lnTo>
                  <a:lnTo>
                    <a:pt x="59287" y="81492"/>
                  </a:lnTo>
                  <a:lnTo>
                    <a:pt x="59287" y="81492"/>
                  </a:lnTo>
                  <a:lnTo>
                    <a:pt x="59934" y="79983"/>
                  </a:lnTo>
                  <a:lnTo>
                    <a:pt x="60796" y="78905"/>
                  </a:lnTo>
                  <a:lnTo>
                    <a:pt x="62521" y="76749"/>
                  </a:lnTo>
                  <a:lnTo>
                    <a:pt x="64677" y="74809"/>
                  </a:lnTo>
                  <a:lnTo>
                    <a:pt x="66617" y="72869"/>
                  </a:lnTo>
                  <a:lnTo>
                    <a:pt x="68773" y="70713"/>
                  </a:lnTo>
                  <a:lnTo>
                    <a:pt x="69635" y="69635"/>
                  </a:lnTo>
                  <a:lnTo>
                    <a:pt x="70282" y="68557"/>
                  </a:lnTo>
                  <a:lnTo>
                    <a:pt x="70929" y="67263"/>
                  </a:lnTo>
                  <a:lnTo>
                    <a:pt x="71575" y="65970"/>
                  </a:lnTo>
                  <a:lnTo>
                    <a:pt x="71791" y="64245"/>
                  </a:lnTo>
                  <a:lnTo>
                    <a:pt x="71791" y="62736"/>
                  </a:lnTo>
                  <a:lnTo>
                    <a:pt x="71791" y="62736"/>
                  </a:lnTo>
                  <a:lnTo>
                    <a:pt x="69419" y="63167"/>
                  </a:lnTo>
                  <a:lnTo>
                    <a:pt x="66617" y="63814"/>
                  </a:lnTo>
                  <a:lnTo>
                    <a:pt x="65539" y="63814"/>
                  </a:lnTo>
                  <a:lnTo>
                    <a:pt x="64461" y="63598"/>
                  </a:lnTo>
                  <a:lnTo>
                    <a:pt x="64245" y="63383"/>
                  </a:lnTo>
                  <a:lnTo>
                    <a:pt x="64030" y="62952"/>
                  </a:lnTo>
                  <a:lnTo>
                    <a:pt x="63814" y="62305"/>
                  </a:lnTo>
                  <a:lnTo>
                    <a:pt x="63814" y="61658"/>
                  </a:lnTo>
                  <a:lnTo>
                    <a:pt x="63814" y="61658"/>
                  </a:lnTo>
                  <a:lnTo>
                    <a:pt x="66617" y="61227"/>
                  </a:lnTo>
                  <a:lnTo>
                    <a:pt x="69419" y="60149"/>
                  </a:lnTo>
                  <a:lnTo>
                    <a:pt x="72006" y="58855"/>
                  </a:lnTo>
                  <a:lnTo>
                    <a:pt x="73084" y="58209"/>
                  </a:lnTo>
                  <a:lnTo>
                    <a:pt x="74162" y="57346"/>
                  </a:lnTo>
                  <a:lnTo>
                    <a:pt x="74162" y="57346"/>
                  </a:lnTo>
                  <a:lnTo>
                    <a:pt x="75456" y="56915"/>
                  </a:lnTo>
                  <a:lnTo>
                    <a:pt x="76534" y="56484"/>
                  </a:lnTo>
                  <a:lnTo>
                    <a:pt x="77396" y="55837"/>
                  </a:lnTo>
                  <a:lnTo>
                    <a:pt x="78043" y="54975"/>
                  </a:lnTo>
                  <a:lnTo>
                    <a:pt x="79336" y="53250"/>
                  </a:lnTo>
                  <a:lnTo>
                    <a:pt x="80414" y="51310"/>
                  </a:lnTo>
                  <a:lnTo>
                    <a:pt x="80414" y="51310"/>
                  </a:lnTo>
                  <a:lnTo>
                    <a:pt x="79983" y="50663"/>
                  </a:lnTo>
                  <a:lnTo>
                    <a:pt x="79336" y="50232"/>
                  </a:lnTo>
                  <a:lnTo>
                    <a:pt x="78043" y="49370"/>
                  </a:lnTo>
                  <a:lnTo>
                    <a:pt x="76965" y="48723"/>
                  </a:lnTo>
                  <a:lnTo>
                    <a:pt x="76318" y="48076"/>
                  </a:lnTo>
                  <a:lnTo>
                    <a:pt x="76103" y="47429"/>
                  </a:lnTo>
                  <a:lnTo>
                    <a:pt x="76103" y="47429"/>
                  </a:lnTo>
                  <a:lnTo>
                    <a:pt x="75456" y="48076"/>
                  </a:lnTo>
                  <a:lnTo>
                    <a:pt x="74593" y="48723"/>
                  </a:lnTo>
                  <a:lnTo>
                    <a:pt x="73300" y="49154"/>
                  </a:lnTo>
                  <a:lnTo>
                    <a:pt x="71791" y="49154"/>
                  </a:lnTo>
                  <a:lnTo>
                    <a:pt x="71791" y="49154"/>
                  </a:lnTo>
                  <a:lnTo>
                    <a:pt x="71575" y="48292"/>
                  </a:lnTo>
                  <a:lnTo>
                    <a:pt x="71144" y="47429"/>
                  </a:lnTo>
                  <a:lnTo>
                    <a:pt x="70497" y="46783"/>
                  </a:lnTo>
                  <a:lnTo>
                    <a:pt x="69635" y="46351"/>
                  </a:lnTo>
                  <a:lnTo>
                    <a:pt x="68988" y="45705"/>
                  </a:lnTo>
                  <a:lnTo>
                    <a:pt x="68341" y="45058"/>
                  </a:lnTo>
                  <a:lnTo>
                    <a:pt x="67910" y="44196"/>
                  </a:lnTo>
                  <a:lnTo>
                    <a:pt x="67695" y="43118"/>
                  </a:lnTo>
                  <a:lnTo>
                    <a:pt x="67695" y="43118"/>
                  </a:lnTo>
                  <a:lnTo>
                    <a:pt x="68341" y="42902"/>
                  </a:lnTo>
                  <a:lnTo>
                    <a:pt x="68988" y="42687"/>
                  </a:lnTo>
                  <a:lnTo>
                    <a:pt x="68988" y="42687"/>
                  </a:lnTo>
                  <a:lnTo>
                    <a:pt x="70497" y="44196"/>
                  </a:lnTo>
                  <a:lnTo>
                    <a:pt x="72006" y="45705"/>
                  </a:lnTo>
                  <a:lnTo>
                    <a:pt x="73084" y="46351"/>
                  </a:lnTo>
                  <a:lnTo>
                    <a:pt x="74162" y="46567"/>
                  </a:lnTo>
                  <a:lnTo>
                    <a:pt x="75456" y="46567"/>
                  </a:lnTo>
                  <a:lnTo>
                    <a:pt x="76749" y="46136"/>
                  </a:lnTo>
                  <a:lnTo>
                    <a:pt x="76749" y="46136"/>
                  </a:lnTo>
                  <a:lnTo>
                    <a:pt x="77180" y="46998"/>
                  </a:lnTo>
                  <a:lnTo>
                    <a:pt x="77827" y="47429"/>
                  </a:lnTo>
                  <a:lnTo>
                    <a:pt x="78690" y="47861"/>
                  </a:lnTo>
                  <a:lnTo>
                    <a:pt x="79552" y="48076"/>
                  </a:lnTo>
                  <a:lnTo>
                    <a:pt x="81708" y="48292"/>
                  </a:lnTo>
                  <a:lnTo>
                    <a:pt x="83864" y="48076"/>
                  </a:lnTo>
                  <a:lnTo>
                    <a:pt x="83864" y="48076"/>
                  </a:lnTo>
                  <a:lnTo>
                    <a:pt x="86882" y="48076"/>
                  </a:lnTo>
                  <a:lnTo>
                    <a:pt x="86882" y="48076"/>
                  </a:lnTo>
                  <a:lnTo>
                    <a:pt x="87744" y="48939"/>
                  </a:lnTo>
                  <a:lnTo>
                    <a:pt x="88391" y="49585"/>
                  </a:lnTo>
                  <a:lnTo>
                    <a:pt x="89469" y="50232"/>
                  </a:lnTo>
                  <a:lnTo>
                    <a:pt x="90331" y="50879"/>
                  </a:lnTo>
                  <a:lnTo>
                    <a:pt x="90331" y="50879"/>
                  </a:lnTo>
                  <a:lnTo>
                    <a:pt x="90331" y="51310"/>
                  </a:lnTo>
                  <a:lnTo>
                    <a:pt x="90331" y="51526"/>
                  </a:lnTo>
                  <a:lnTo>
                    <a:pt x="90762" y="52172"/>
                  </a:lnTo>
                  <a:lnTo>
                    <a:pt x="92056" y="53250"/>
                  </a:lnTo>
                  <a:lnTo>
                    <a:pt x="92056" y="53250"/>
                  </a:lnTo>
                  <a:lnTo>
                    <a:pt x="92487" y="53035"/>
                  </a:lnTo>
                  <a:lnTo>
                    <a:pt x="92918" y="52819"/>
                  </a:lnTo>
                  <a:lnTo>
                    <a:pt x="92918" y="52819"/>
                  </a:lnTo>
                  <a:lnTo>
                    <a:pt x="93349" y="52603"/>
                  </a:lnTo>
                  <a:lnTo>
                    <a:pt x="93996" y="52388"/>
                  </a:lnTo>
                  <a:lnTo>
                    <a:pt x="93996" y="52388"/>
                  </a:lnTo>
                  <a:lnTo>
                    <a:pt x="94212" y="54759"/>
                  </a:lnTo>
                  <a:lnTo>
                    <a:pt x="94859" y="56700"/>
                  </a:lnTo>
                  <a:lnTo>
                    <a:pt x="96368" y="60149"/>
                  </a:lnTo>
                  <a:lnTo>
                    <a:pt x="96368" y="60149"/>
                  </a:lnTo>
                  <a:lnTo>
                    <a:pt x="96368" y="60149"/>
                  </a:lnTo>
                  <a:lnTo>
                    <a:pt x="96368" y="55837"/>
                  </a:lnTo>
                  <a:lnTo>
                    <a:pt x="95936" y="51526"/>
                  </a:lnTo>
                  <a:lnTo>
                    <a:pt x="95505" y="47214"/>
                  </a:lnTo>
                  <a:lnTo>
                    <a:pt x="94643" y="43118"/>
                  </a:lnTo>
                  <a:lnTo>
                    <a:pt x="93781" y="39022"/>
                  </a:lnTo>
                  <a:lnTo>
                    <a:pt x="92703" y="34925"/>
                  </a:lnTo>
                  <a:lnTo>
                    <a:pt x="91409" y="31045"/>
                  </a:lnTo>
                  <a:lnTo>
                    <a:pt x="89900" y="27164"/>
                  </a:lnTo>
                  <a:lnTo>
                    <a:pt x="88175" y="23499"/>
                  </a:lnTo>
                  <a:lnTo>
                    <a:pt x="86451" y="19834"/>
                  </a:lnTo>
                  <a:lnTo>
                    <a:pt x="84295" y="16169"/>
                  </a:lnTo>
                  <a:lnTo>
                    <a:pt x="82139" y="12720"/>
                  </a:lnTo>
                  <a:lnTo>
                    <a:pt x="79983" y="9486"/>
                  </a:lnTo>
                  <a:lnTo>
                    <a:pt x="77396" y="6252"/>
                  </a:lnTo>
                  <a:lnTo>
                    <a:pt x="74809" y="3019"/>
                  </a:lnTo>
                  <a:lnTo>
                    <a:pt x="72006" y="0"/>
                  </a:lnTo>
                  <a:lnTo>
                    <a:pt x="72006" y="0"/>
                  </a:lnTo>
                  <a:lnTo>
                    <a:pt x="71791" y="863"/>
                  </a:lnTo>
                  <a:lnTo>
                    <a:pt x="72006" y="1725"/>
                  </a:lnTo>
                  <a:lnTo>
                    <a:pt x="72222" y="1941"/>
                  </a:lnTo>
                  <a:lnTo>
                    <a:pt x="72438" y="2372"/>
                  </a:lnTo>
                  <a:lnTo>
                    <a:pt x="73731" y="2803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14"/>
            <p:cNvSpPr/>
            <p:nvPr/>
          </p:nvSpPr>
          <p:spPr>
            <a:xfrm>
              <a:off x="4707350" y="1973575"/>
              <a:ext cx="328800" cy="172500"/>
            </a:xfrm>
            <a:custGeom>
              <a:avLst/>
              <a:gdLst/>
              <a:ahLst/>
              <a:cxnLst/>
              <a:rect l="l" t="t" r="r" b="b"/>
              <a:pathLst>
                <a:path w="13152" h="6900" fill="none" extrusionOk="0">
                  <a:moveTo>
                    <a:pt x="2156" y="648"/>
                  </a:moveTo>
                  <a:lnTo>
                    <a:pt x="2156" y="648"/>
                  </a:lnTo>
                  <a:lnTo>
                    <a:pt x="2803" y="432"/>
                  </a:lnTo>
                  <a:lnTo>
                    <a:pt x="3234" y="648"/>
                  </a:lnTo>
                  <a:lnTo>
                    <a:pt x="4097" y="1079"/>
                  </a:lnTo>
                  <a:lnTo>
                    <a:pt x="4743" y="1726"/>
                  </a:lnTo>
                  <a:lnTo>
                    <a:pt x="5390" y="2372"/>
                  </a:lnTo>
                  <a:lnTo>
                    <a:pt x="5390" y="2372"/>
                  </a:lnTo>
                  <a:lnTo>
                    <a:pt x="6037" y="2372"/>
                  </a:lnTo>
                  <a:lnTo>
                    <a:pt x="6468" y="2372"/>
                  </a:lnTo>
                  <a:lnTo>
                    <a:pt x="7115" y="1941"/>
                  </a:lnTo>
                  <a:lnTo>
                    <a:pt x="7115" y="1941"/>
                  </a:lnTo>
                  <a:lnTo>
                    <a:pt x="7115" y="1510"/>
                  </a:lnTo>
                  <a:lnTo>
                    <a:pt x="6899" y="1294"/>
                  </a:lnTo>
                  <a:lnTo>
                    <a:pt x="6684" y="1294"/>
                  </a:lnTo>
                  <a:lnTo>
                    <a:pt x="6468" y="863"/>
                  </a:lnTo>
                  <a:lnTo>
                    <a:pt x="6468" y="863"/>
                  </a:lnTo>
                  <a:lnTo>
                    <a:pt x="6899" y="432"/>
                  </a:lnTo>
                  <a:lnTo>
                    <a:pt x="7546" y="216"/>
                  </a:lnTo>
                  <a:lnTo>
                    <a:pt x="8193" y="1"/>
                  </a:lnTo>
                  <a:lnTo>
                    <a:pt x="9055" y="1"/>
                  </a:lnTo>
                  <a:lnTo>
                    <a:pt x="9055" y="1"/>
                  </a:lnTo>
                  <a:lnTo>
                    <a:pt x="9055" y="648"/>
                  </a:lnTo>
                  <a:lnTo>
                    <a:pt x="8840" y="1079"/>
                  </a:lnTo>
                  <a:lnTo>
                    <a:pt x="8624" y="1294"/>
                  </a:lnTo>
                  <a:lnTo>
                    <a:pt x="8408" y="1726"/>
                  </a:lnTo>
                  <a:lnTo>
                    <a:pt x="8408" y="1726"/>
                  </a:lnTo>
                  <a:lnTo>
                    <a:pt x="8840" y="2372"/>
                  </a:lnTo>
                  <a:lnTo>
                    <a:pt x="9702" y="2803"/>
                  </a:lnTo>
                  <a:lnTo>
                    <a:pt x="11211" y="3450"/>
                  </a:lnTo>
                  <a:lnTo>
                    <a:pt x="11858" y="3881"/>
                  </a:lnTo>
                  <a:lnTo>
                    <a:pt x="12505" y="4313"/>
                  </a:lnTo>
                  <a:lnTo>
                    <a:pt x="13151" y="4959"/>
                  </a:lnTo>
                  <a:lnTo>
                    <a:pt x="13151" y="5822"/>
                  </a:lnTo>
                  <a:lnTo>
                    <a:pt x="13151" y="5822"/>
                  </a:lnTo>
                  <a:lnTo>
                    <a:pt x="11858" y="6253"/>
                  </a:lnTo>
                  <a:lnTo>
                    <a:pt x="10780" y="6253"/>
                  </a:lnTo>
                  <a:lnTo>
                    <a:pt x="9486" y="6037"/>
                  </a:lnTo>
                  <a:lnTo>
                    <a:pt x="8408" y="5822"/>
                  </a:lnTo>
                  <a:lnTo>
                    <a:pt x="8408" y="5822"/>
                  </a:lnTo>
                  <a:lnTo>
                    <a:pt x="6899" y="5390"/>
                  </a:lnTo>
                  <a:lnTo>
                    <a:pt x="5606" y="5175"/>
                  </a:lnTo>
                  <a:lnTo>
                    <a:pt x="4312" y="5390"/>
                  </a:lnTo>
                  <a:lnTo>
                    <a:pt x="3666" y="5606"/>
                  </a:lnTo>
                  <a:lnTo>
                    <a:pt x="3019" y="6037"/>
                  </a:lnTo>
                  <a:lnTo>
                    <a:pt x="3019" y="6037"/>
                  </a:lnTo>
                  <a:lnTo>
                    <a:pt x="2588" y="6253"/>
                  </a:lnTo>
                  <a:lnTo>
                    <a:pt x="2372" y="6037"/>
                  </a:lnTo>
                  <a:lnTo>
                    <a:pt x="2372" y="6037"/>
                  </a:lnTo>
                  <a:lnTo>
                    <a:pt x="2156" y="5822"/>
                  </a:lnTo>
                  <a:lnTo>
                    <a:pt x="1941" y="5822"/>
                  </a:lnTo>
                  <a:lnTo>
                    <a:pt x="1941" y="5822"/>
                  </a:lnTo>
                  <a:lnTo>
                    <a:pt x="1294" y="6037"/>
                  </a:lnTo>
                  <a:lnTo>
                    <a:pt x="1078" y="6468"/>
                  </a:lnTo>
                  <a:lnTo>
                    <a:pt x="1078" y="6468"/>
                  </a:lnTo>
                  <a:lnTo>
                    <a:pt x="647" y="6684"/>
                  </a:lnTo>
                  <a:lnTo>
                    <a:pt x="432" y="6900"/>
                  </a:lnTo>
                  <a:lnTo>
                    <a:pt x="1" y="6900"/>
                  </a:lnTo>
                  <a:lnTo>
                    <a:pt x="1" y="6900"/>
                  </a:lnTo>
                  <a:lnTo>
                    <a:pt x="216" y="5390"/>
                  </a:lnTo>
                  <a:lnTo>
                    <a:pt x="432" y="3666"/>
                  </a:lnTo>
                  <a:lnTo>
                    <a:pt x="1078" y="1941"/>
                  </a:lnTo>
                  <a:lnTo>
                    <a:pt x="1510" y="1294"/>
                  </a:lnTo>
                  <a:lnTo>
                    <a:pt x="2156" y="648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14"/>
            <p:cNvSpPr/>
            <p:nvPr/>
          </p:nvSpPr>
          <p:spPr>
            <a:xfrm>
              <a:off x="4286950" y="1493900"/>
              <a:ext cx="382700" cy="291075"/>
            </a:xfrm>
            <a:custGeom>
              <a:avLst/>
              <a:gdLst/>
              <a:ahLst/>
              <a:cxnLst/>
              <a:rect l="l" t="t" r="r" b="b"/>
              <a:pathLst>
                <a:path w="15308" h="11643" fill="none" extrusionOk="0">
                  <a:moveTo>
                    <a:pt x="5606" y="8840"/>
                  </a:moveTo>
                  <a:lnTo>
                    <a:pt x="5606" y="8840"/>
                  </a:lnTo>
                  <a:lnTo>
                    <a:pt x="5606" y="8409"/>
                  </a:lnTo>
                  <a:lnTo>
                    <a:pt x="5390" y="8193"/>
                  </a:lnTo>
                  <a:lnTo>
                    <a:pt x="5175" y="7977"/>
                  </a:lnTo>
                  <a:lnTo>
                    <a:pt x="5175" y="7546"/>
                  </a:lnTo>
                  <a:lnTo>
                    <a:pt x="5175" y="7546"/>
                  </a:lnTo>
                  <a:lnTo>
                    <a:pt x="5822" y="7115"/>
                  </a:lnTo>
                  <a:lnTo>
                    <a:pt x="6253" y="6684"/>
                  </a:lnTo>
                  <a:lnTo>
                    <a:pt x="6684" y="6468"/>
                  </a:lnTo>
                  <a:lnTo>
                    <a:pt x="7115" y="5821"/>
                  </a:lnTo>
                  <a:lnTo>
                    <a:pt x="7115" y="5821"/>
                  </a:lnTo>
                  <a:lnTo>
                    <a:pt x="6900" y="5390"/>
                  </a:lnTo>
                  <a:lnTo>
                    <a:pt x="6468" y="5175"/>
                  </a:lnTo>
                  <a:lnTo>
                    <a:pt x="6037" y="4959"/>
                  </a:lnTo>
                  <a:lnTo>
                    <a:pt x="5822" y="4528"/>
                  </a:lnTo>
                  <a:lnTo>
                    <a:pt x="5822" y="4528"/>
                  </a:lnTo>
                  <a:lnTo>
                    <a:pt x="5822" y="3666"/>
                  </a:lnTo>
                  <a:lnTo>
                    <a:pt x="6253" y="3019"/>
                  </a:lnTo>
                  <a:lnTo>
                    <a:pt x="6684" y="2588"/>
                  </a:lnTo>
                  <a:lnTo>
                    <a:pt x="7331" y="2157"/>
                  </a:lnTo>
                  <a:lnTo>
                    <a:pt x="8624" y="1510"/>
                  </a:lnTo>
                  <a:lnTo>
                    <a:pt x="9055" y="1079"/>
                  </a:lnTo>
                  <a:lnTo>
                    <a:pt x="9271" y="216"/>
                  </a:lnTo>
                  <a:lnTo>
                    <a:pt x="9271" y="216"/>
                  </a:lnTo>
                  <a:lnTo>
                    <a:pt x="10349" y="1"/>
                  </a:lnTo>
                  <a:lnTo>
                    <a:pt x="10996" y="216"/>
                  </a:lnTo>
                  <a:lnTo>
                    <a:pt x="11211" y="432"/>
                  </a:lnTo>
                  <a:lnTo>
                    <a:pt x="11211" y="432"/>
                  </a:lnTo>
                  <a:lnTo>
                    <a:pt x="11211" y="1079"/>
                  </a:lnTo>
                  <a:lnTo>
                    <a:pt x="10780" y="1294"/>
                  </a:lnTo>
                  <a:lnTo>
                    <a:pt x="10133" y="1725"/>
                  </a:lnTo>
                  <a:lnTo>
                    <a:pt x="9271" y="2157"/>
                  </a:lnTo>
                  <a:lnTo>
                    <a:pt x="9055" y="2372"/>
                  </a:lnTo>
                  <a:lnTo>
                    <a:pt x="8840" y="2803"/>
                  </a:lnTo>
                  <a:lnTo>
                    <a:pt x="8840" y="2803"/>
                  </a:lnTo>
                  <a:lnTo>
                    <a:pt x="8624" y="3881"/>
                  </a:lnTo>
                  <a:lnTo>
                    <a:pt x="8840" y="4528"/>
                  </a:lnTo>
                  <a:lnTo>
                    <a:pt x="9271" y="5175"/>
                  </a:lnTo>
                  <a:lnTo>
                    <a:pt x="9702" y="5390"/>
                  </a:lnTo>
                  <a:lnTo>
                    <a:pt x="10133" y="5606"/>
                  </a:lnTo>
                  <a:lnTo>
                    <a:pt x="10780" y="5606"/>
                  </a:lnTo>
                  <a:lnTo>
                    <a:pt x="12289" y="5606"/>
                  </a:lnTo>
                  <a:lnTo>
                    <a:pt x="12289" y="5606"/>
                  </a:lnTo>
                  <a:lnTo>
                    <a:pt x="13798" y="5390"/>
                  </a:lnTo>
                  <a:lnTo>
                    <a:pt x="14661" y="5606"/>
                  </a:lnTo>
                  <a:lnTo>
                    <a:pt x="15307" y="5821"/>
                  </a:lnTo>
                  <a:lnTo>
                    <a:pt x="15307" y="5821"/>
                  </a:lnTo>
                  <a:lnTo>
                    <a:pt x="13798" y="6037"/>
                  </a:lnTo>
                  <a:lnTo>
                    <a:pt x="12074" y="6037"/>
                  </a:lnTo>
                  <a:lnTo>
                    <a:pt x="10780" y="6468"/>
                  </a:lnTo>
                  <a:lnTo>
                    <a:pt x="10349" y="6684"/>
                  </a:lnTo>
                  <a:lnTo>
                    <a:pt x="9918" y="7331"/>
                  </a:lnTo>
                  <a:lnTo>
                    <a:pt x="9918" y="7331"/>
                  </a:lnTo>
                  <a:lnTo>
                    <a:pt x="10133" y="7331"/>
                  </a:lnTo>
                  <a:lnTo>
                    <a:pt x="10780" y="7331"/>
                  </a:lnTo>
                  <a:lnTo>
                    <a:pt x="10780" y="7331"/>
                  </a:lnTo>
                  <a:lnTo>
                    <a:pt x="11211" y="7331"/>
                  </a:lnTo>
                  <a:lnTo>
                    <a:pt x="11642" y="7331"/>
                  </a:lnTo>
                  <a:lnTo>
                    <a:pt x="11858" y="7546"/>
                  </a:lnTo>
                  <a:lnTo>
                    <a:pt x="11858" y="8193"/>
                  </a:lnTo>
                  <a:lnTo>
                    <a:pt x="11858" y="8193"/>
                  </a:lnTo>
                  <a:lnTo>
                    <a:pt x="11427" y="8409"/>
                  </a:lnTo>
                  <a:lnTo>
                    <a:pt x="11211" y="8409"/>
                  </a:lnTo>
                  <a:lnTo>
                    <a:pt x="10780" y="8193"/>
                  </a:lnTo>
                  <a:lnTo>
                    <a:pt x="10780" y="8193"/>
                  </a:lnTo>
                  <a:lnTo>
                    <a:pt x="10349" y="7977"/>
                  </a:lnTo>
                  <a:lnTo>
                    <a:pt x="9918" y="7977"/>
                  </a:lnTo>
                  <a:lnTo>
                    <a:pt x="9918" y="7977"/>
                  </a:lnTo>
                  <a:lnTo>
                    <a:pt x="9487" y="8409"/>
                  </a:lnTo>
                  <a:lnTo>
                    <a:pt x="9055" y="8840"/>
                  </a:lnTo>
                  <a:lnTo>
                    <a:pt x="9055" y="9702"/>
                  </a:lnTo>
                  <a:lnTo>
                    <a:pt x="9055" y="10564"/>
                  </a:lnTo>
                  <a:lnTo>
                    <a:pt x="9055" y="10564"/>
                  </a:lnTo>
                  <a:lnTo>
                    <a:pt x="8409" y="10780"/>
                  </a:lnTo>
                  <a:lnTo>
                    <a:pt x="7762" y="10996"/>
                  </a:lnTo>
                  <a:lnTo>
                    <a:pt x="6684" y="10996"/>
                  </a:lnTo>
                  <a:lnTo>
                    <a:pt x="6684" y="10996"/>
                  </a:lnTo>
                  <a:lnTo>
                    <a:pt x="5175" y="10996"/>
                  </a:lnTo>
                  <a:lnTo>
                    <a:pt x="4528" y="11211"/>
                  </a:lnTo>
                  <a:lnTo>
                    <a:pt x="3881" y="11642"/>
                  </a:lnTo>
                  <a:lnTo>
                    <a:pt x="3881" y="11642"/>
                  </a:lnTo>
                  <a:lnTo>
                    <a:pt x="3450" y="11427"/>
                  </a:lnTo>
                  <a:lnTo>
                    <a:pt x="3019" y="11211"/>
                  </a:lnTo>
                  <a:lnTo>
                    <a:pt x="1941" y="11427"/>
                  </a:lnTo>
                  <a:lnTo>
                    <a:pt x="1941" y="11427"/>
                  </a:lnTo>
                  <a:lnTo>
                    <a:pt x="648" y="11427"/>
                  </a:lnTo>
                  <a:lnTo>
                    <a:pt x="216" y="11211"/>
                  </a:lnTo>
                  <a:lnTo>
                    <a:pt x="1" y="10780"/>
                  </a:lnTo>
                  <a:lnTo>
                    <a:pt x="1" y="10780"/>
                  </a:lnTo>
                  <a:lnTo>
                    <a:pt x="1510" y="10564"/>
                  </a:lnTo>
                  <a:lnTo>
                    <a:pt x="3019" y="10133"/>
                  </a:lnTo>
                  <a:lnTo>
                    <a:pt x="5606" y="884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14"/>
            <p:cNvSpPr/>
            <p:nvPr/>
          </p:nvSpPr>
          <p:spPr>
            <a:xfrm>
              <a:off x="3893525" y="2016700"/>
              <a:ext cx="1029425" cy="398850"/>
            </a:xfrm>
            <a:custGeom>
              <a:avLst/>
              <a:gdLst/>
              <a:ahLst/>
              <a:cxnLst/>
              <a:rect l="l" t="t" r="r" b="b"/>
              <a:pathLst>
                <a:path w="41177" h="15954" fill="none" extrusionOk="0">
                  <a:moveTo>
                    <a:pt x="36865" y="14660"/>
                  </a:moveTo>
                  <a:lnTo>
                    <a:pt x="36865" y="14660"/>
                  </a:lnTo>
                  <a:lnTo>
                    <a:pt x="36219" y="14660"/>
                  </a:lnTo>
                  <a:lnTo>
                    <a:pt x="35787" y="14876"/>
                  </a:lnTo>
                  <a:lnTo>
                    <a:pt x="35356" y="15092"/>
                  </a:lnTo>
                  <a:lnTo>
                    <a:pt x="34925" y="15307"/>
                  </a:lnTo>
                  <a:lnTo>
                    <a:pt x="34925" y="15307"/>
                  </a:lnTo>
                  <a:lnTo>
                    <a:pt x="33847" y="15307"/>
                  </a:lnTo>
                  <a:lnTo>
                    <a:pt x="32985" y="15092"/>
                  </a:lnTo>
                  <a:lnTo>
                    <a:pt x="31044" y="14229"/>
                  </a:lnTo>
                  <a:lnTo>
                    <a:pt x="31044" y="14229"/>
                  </a:lnTo>
                  <a:lnTo>
                    <a:pt x="29535" y="13798"/>
                  </a:lnTo>
                  <a:lnTo>
                    <a:pt x="28242" y="13367"/>
                  </a:lnTo>
                  <a:lnTo>
                    <a:pt x="26948" y="13367"/>
                  </a:lnTo>
                  <a:lnTo>
                    <a:pt x="25439" y="13582"/>
                  </a:lnTo>
                  <a:lnTo>
                    <a:pt x="25439" y="13582"/>
                  </a:lnTo>
                  <a:lnTo>
                    <a:pt x="25224" y="14229"/>
                  </a:lnTo>
                  <a:lnTo>
                    <a:pt x="25224" y="14876"/>
                  </a:lnTo>
                  <a:lnTo>
                    <a:pt x="25224" y="15523"/>
                  </a:lnTo>
                  <a:lnTo>
                    <a:pt x="25008" y="15954"/>
                  </a:lnTo>
                  <a:lnTo>
                    <a:pt x="25008" y="15954"/>
                  </a:lnTo>
                  <a:lnTo>
                    <a:pt x="22421" y="15092"/>
                  </a:lnTo>
                  <a:lnTo>
                    <a:pt x="20265" y="14014"/>
                  </a:lnTo>
                  <a:lnTo>
                    <a:pt x="17894" y="13151"/>
                  </a:lnTo>
                  <a:lnTo>
                    <a:pt x="15522" y="12289"/>
                  </a:lnTo>
                  <a:lnTo>
                    <a:pt x="15522" y="12289"/>
                  </a:lnTo>
                  <a:lnTo>
                    <a:pt x="15738" y="11427"/>
                  </a:lnTo>
                  <a:lnTo>
                    <a:pt x="15953" y="10349"/>
                  </a:lnTo>
                  <a:lnTo>
                    <a:pt x="15953" y="9486"/>
                  </a:lnTo>
                  <a:lnTo>
                    <a:pt x="15522" y="8624"/>
                  </a:lnTo>
                  <a:lnTo>
                    <a:pt x="15522" y="8624"/>
                  </a:lnTo>
                  <a:lnTo>
                    <a:pt x="11857" y="8840"/>
                  </a:lnTo>
                  <a:lnTo>
                    <a:pt x="8408" y="8840"/>
                  </a:lnTo>
                  <a:lnTo>
                    <a:pt x="8408" y="8840"/>
                  </a:lnTo>
                  <a:lnTo>
                    <a:pt x="7761" y="8840"/>
                  </a:lnTo>
                  <a:lnTo>
                    <a:pt x="7114" y="9055"/>
                  </a:lnTo>
                  <a:lnTo>
                    <a:pt x="5821" y="9486"/>
                  </a:lnTo>
                  <a:lnTo>
                    <a:pt x="4743" y="10133"/>
                  </a:lnTo>
                  <a:lnTo>
                    <a:pt x="3449" y="10564"/>
                  </a:lnTo>
                  <a:lnTo>
                    <a:pt x="3449" y="10564"/>
                  </a:lnTo>
                  <a:lnTo>
                    <a:pt x="2587" y="10780"/>
                  </a:lnTo>
                  <a:lnTo>
                    <a:pt x="1725" y="10780"/>
                  </a:lnTo>
                  <a:lnTo>
                    <a:pt x="647" y="10564"/>
                  </a:lnTo>
                  <a:lnTo>
                    <a:pt x="216" y="10349"/>
                  </a:lnTo>
                  <a:lnTo>
                    <a:pt x="0" y="9917"/>
                  </a:lnTo>
                  <a:lnTo>
                    <a:pt x="0" y="9917"/>
                  </a:lnTo>
                  <a:lnTo>
                    <a:pt x="431" y="9702"/>
                  </a:lnTo>
                  <a:lnTo>
                    <a:pt x="1294" y="9271"/>
                  </a:lnTo>
                  <a:lnTo>
                    <a:pt x="2803" y="8840"/>
                  </a:lnTo>
                  <a:lnTo>
                    <a:pt x="4096" y="8408"/>
                  </a:lnTo>
                  <a:lnTo>
                    <a:pt x="4743" y="8193"/>
                  </a:lnTo>
                  <a:lnTo>
                    <a:pt x="5174" y="7546"/>
                  </a:lnTo>
                  <a:lnTo>
                    <a:pt x="5174" y="7546"/>
                  </a:lnTo>
                  <a:lnTo>
                    <a:pt x="5174" y="6684"/>
                  </a:lnTo>
                  <a:lnTo>
                    <a:pt x="5605" y="5821"/>
                  </a:lnTo>
                  <a:lnTo>
                    <a:pt x="6036" y="5175"/>
                  </a:lnTo>
                  <a:lnTo>
                    <a:pt x="6683" y="4743"/>
                  </a:lnTo>
                  <a:lnTo>
                    <a:pt x="8192" y="3665"/>
                  </a:lnTo>
                  <a:lnTo>
                    <a:pt x="8624" y="3019"/>
                  </a:lnTo>
                  <a:lnTo>
                    <a:pt x="9055" y="2156"/>
                  </a:lnTo>
                  <a:lnTo>
                    <a:pt x="9055" y="2156"/>
                  </a:lnTo>
                  <a:lnTo>
                    <a:pt x="10564" y="2372"/>
                  </a:lnTo>
                  <a:lnTo>
                    <a:pt x="11857" y="2156"/>
                  </a:lnTo>
                  <a:lnTo>
                    <a:pt x="12935" y="1725"/>
                  </a:lnTo>
                  <a:lnTo>
                    <a:pt x="14013" y="863"/>
                  </a:lnTo>
                  <a:lnTo>
                    <a:pt x="14013" y="863"/>
                  </a:lnTo>
                  <a:lnTo>
                    <a:pt x="14876" y="1725"/>
                  </a:lnTo>
                  <a:lnTo>
                    <a:pt x="15522" y="2372"/>
                  </a:lnTo>
                  <a:lnTo>
                    <a:pt x="17463" y="3665"/>
                  </a:lnTo>
                  <a:lnTo>
                    <a:pt x="19403" y="4959"/>
                  </a:lnTo>
                  <a:lnTo>
                    <a:pt x="20912" y="6253"/>
                  </a:lnTo>
                  <a:lnTo>
                    <a:pt x="20912" y="6253"/>
                  </a:lnTo>
                  <a:lnTo>
                    <a:pt x="21127" y="6684"/>
                  </a:lnTo>
                  <a:lnTo>
                    <a:pt x="20912" y="7115"/>
                  </a:lnTo>
                  <a:lnTo>
                    <a:pt x="20696" y="7546"/>
                  </a:lnTo>
                  <a:lnTo>
                    <a:pt x="20696" y="7546"/>
                  </a:lnTo>
                  <a:lnTo>
                    <a:pt x="21127" y="7546"/>
                  </a:lnTo>
                  <a:lnTo>
                    <a:pt x="21559" y="7546"/>
                  </a:lnTo>
                  <a:lnTo>
                    <a:pt x="21990" y="6899"/>
                  </a:lnTo>
                  <a:lnTo>
                    <a:pt x="21990" y="6253"/>
                  </a:lnTo>
                  <a:lnTo>
                    <a:pt x="21990" y="6037"/>
                  </a:lnTo>
                  <a:lnTo>
                    <a:pt x="21774" y="5821"/>
                  </a:lnTo>
                  <a:lnTo>
                    <a:pt x="21774" y="5821"/>
                  </a:lnTo>
                  <a:lnTo>
                    <a:pt x="21774" y="5606"/>
                  </a:lnTo>
                  <a:lnTo>
                    <a:pt x="21990" y="5390"/>
                  </a:lnTo>
                  <a:lnTo>
                    <a:pt x="22852" y="5390"/>
                  </a:lnTo>
                  <a:lnTo>
                    <a:pt x="22852" y="5390"/>
                  </a:lnTo>
                  <a:lnTo>
                    <a:pt x="23068" y="5390"/>
                  </a:lnTo>
                  <a:lnTo>
                    <a:pt x="23068" y="5390"/>
                  </a:lnTo>
                  <a:lnTo>
                    <a:pt x="22421" y="4743"/>
                  </a:lnTo>
                  <a:lnTo>
                    <a:pt x="21559" y="4097"/>
                  </a:lnTo>
                  <a:lnTo>
                    <a:pt x="19834" y="3019"/>
                  </a:lnTo>
                  <a:lnTo>
                    <a:pt x="19187" y="2588"/>
                  </a:lnTo>
                  <a:lnTo>
                    <a:pt x="18325" y="1941"/>
                  </a:lnTo>
                  <a:lnTo>
                    <a:pt x="17894" y="1078"/>
                  </a:lnTo>
                  <a:lnTo>
                    <a:pt x="17463" y="1"/>
                  </a:lnTo>
                  <a:lnTo>
                    <a:pt x="17463" y="1"/>
                  </a:lnTo>
                  <a:lnTo>
                    <a:pt x="18325" y="216"/>
                  </a:lnTo>
                  <a:lnTo>
                    <a:pt x="19187" y="432"/>
                  </a:lnTo>
                  <a:lnTo>
                    <a:pt x="20912" y="1725"/>
                  </a:lnTo>
                  <a:lnTo>
                    <a:pt x="22421" y="2803"/>
                  </a:lnTo>
                  <a:lnTo>
                    <a:pt x="23283" y="3234"/>
                  </a:lnTo>
                  <a:lnTo>
                    <a:pt x="24146" y="3665"/>
                  </a:lnTo>
                  <a:lnTo>
                    <a:pt x="24146" y="3665"/>
                  </a:lnTo>
                  <a:lnTo>
                    <a:pt x="24361" y="4743"/>
                  </a:lnTo>
                  <a:lnTo>
                    <a:pt x="24577" y="5390"/>
                  </a:lnTo>
                  <a:lnTo>
                    <a:pt x="25439" y="6684"/>
                  </a:lnTo>
                  <a:lnTo>
                    <a:pt x="26302" y="7977"/>
                  </a:lnTo>
                  <a:lnTo>
                    <a:pt x="26733" y="8624"/>
                  </a:lnTo>
                  <a:lnTo>
                    <a:pt x="26948" y="9271"/>
                  </a:lnTo>
                  <a:lnTo>
                    <a:pt x="26948" y="9271"/>
                  </a:lnTo>
                  <a:lnTo>
                    <a:pt x="27811" y="9271"/>
                  </a:lnTo>
                  <a:lnTo>
                    <a:pt x="27811" y="9271"/>
                  </a:lnTo>
                  <a:lnTo>
                    <a:pt x="28242" y="8840"/>
                  </a:lnTo>
                  <a:lnTo>
                    <a:pt x="28457" y="8408"/>
                  </a:lnTo>
                  <a:lnTo>
                    <a:pt x="28889" y="8193"/>
                  </a:lnTo>
                  <a:lnTo>
                    <a:pt x="29320" y="7977"/>
                  </a:lnTo>
                  <a:lnTo>
                    <a:pt x="29320" y="7977"/>
                  </a:lnTo>
                  <a:lnTo>
                    <a:pt x="29320" y="7330"/>
                  </a:lnTo>
                  <a:lnTo>
                    <a:pt x="29104" y="7115"/>
                  </a:lnTo>
                  <a:lnTo>
                    <a:pt x="28673" y="6684"/>
                  </a:lnTo>
                  <a:lnTo>
                    <a:pt x="28026" y="6253"/>
                  </a:lnTo>
                  <a:lnTo>
                    <a:pt x="28026" y="6037"/>
                  </a:lnTo>
                  <a:lnTo>
                    <a:pt x="28026" y="5606"/>
                  </a:lnTo>
                  <a:lnTo>
                    <a:pt x="28026" y="5606"/>
                  </a:lnTo>
                  <a:lnTo>
                    <a:pt x="28673" y="5390"/>
                  </a:lnTo>
                  <a:lnTo>
                    <a:pt x="29104" y="5175"/>
                  </a:lnTo>
                  <a:lnTo>
                    <a:pt x="29104" y="5175"/>
                  </a:lnTo>
                  <a:lnTo>
                    <a:pt x="29751" y="4743"/>
                  </a:lnTo>
                  <a:lnTo>
                    <a:pt x="29967" y="4743"/>
                  </a:lnTo>
                  <a:lnTo>
                    <a:pt x="30182" y="4959"/>
                  </a:lnTo>
                  <a:lnTo>
                    <a:pt x="30182" y="4959"/>
                  </a:lnTo>
                  <a:lnTo>
                    <a:pt x="30829" y="5606"/>
                  </a:lnTo>
                  <a:lnTo>
                    <a:pt x="31044" y="6468"/>
                  </a:lnTo>
                  <a:lnTo>
                    <a:pt x="31907" y="7977"/>
                  </a:lnTo>
                  <a:lnTo>
                    <a:pt x="32338" y="8624"/>
                  </a:lnTo>
                  <a:lnTo>
                    <a:pt x="32769" y="9271"/>
                  </a:lnTo>
                  <a:lnTo>
                    <a:pt x="33631" y="9702"/>
                  </a:lnTo>
                  <a:lnTo>
                    <a:pt x="34709" y="9702"/>
                  </a:lnTo>
                  <a:lnTo>
                    <a:pt x="34709" y="9702"/>
                  </a:lnTo>
                  <a:lnTo>
                    <a:pt x="35356" y="9702"/>
                  </a:lnTo>
                  <a:lnTo>
                    <a:pt x="35572" y="9486"/>
                  </a:lnTo>
                  <a:lnTo>
                    <a:pt x="35572" y="9486"/>
                  </a:lnTo>
                  <a:lnTo>
                    <a:pt x="36003" y="9055"/>
                  </a:lnTo>
                  <a:lnTo>
                    <a:pt x="36434" y="9055"/>
                  </a:lnTo>
                  <a:lnTo>
                    <a:pt x="36434" y="9055"/>
                  </a:lnTo>
                  <a:lnTo>
                    <a:pt x="37081" y="9486"/>
                  </a:lnTo>
                  <a:lnTo>
                    <a:pt x="37943" y="9917"/>
                  </a:lnTo>
                  <a:lnTo>
                    <a:pt x="37943" y="9917"/>
                  </a:lnTo>
                  <a:lnTo>
                    <a:pt x="38590" y="9702"/>
                  </a:lnTo>
                  <a:lnTo>
                    <a:pt x="39237" y="9486"/>
                  </a:lnTo>
                  <a:lnTo>
                    <a:pt x="39883" y="9271"/>
                  </a:lnTo>
                  <a:lnTo>
                    <a:pt x="40746" y="9271"/>
                  </a:lnTo>
                  <a:lnTo>
                    <a:pt x="40746" y="9271"/>
                  </a:lnTo>
                  <a:lnTo>
                    <a:pt x="40961" y="9917"/>
                  </a:lnTo>
                  <a:lnTo>
                    <a:pt x="41177" y="10780"/>
                  </a:lnTo>
                  <a:lnTo>
                    <a:pt x="40961" y="12289"/>
                  </a:lnTo>
                  <a:lnTo>
                    <a:pt x="40315" y="13798"/>
                  </a:lnTo>
                  <a:lnTo>
                    <a:pt x="39668" y="15092"/>
                  </a:lnTo>
                  <a:lnTo>
                    <a:pt x="39668" y="15092"/>
                  </a:lnTo>
                  <a:lnTo>
                    <a:pt x="39237" y="15092"/>
                  </a:lnTo>
                  <a:lnTo>
                    <a:pt x="38806" y="15092"/>
                  </a:lnTo>
                  <a:lnTo>
                    <a:pt x="38159" y="14876"/>
                  </a:lnTo>
                  <a:lnTo>
                    <a:pt x="38159" y="14876"/>
                  </a:lnTo>
                  <a:lnTo>
                    <a:pt x="37512" y="14660"/>
                  </a:lnTo>
                  <a:lnTo>
                    <a:pt x="36865" y="1466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14"/>
            <p:cNvSpPr/>
            <p:nvPr/>
          </p:nvSpPr>
          <p:spPr>
            <a:xfrm>
              <a:off x="4885200" y="2485600"/>
              <a:ext cx="269525" cy="404250"/>
            </a:xfrm>
            <a:custGeom>
              <a:avLst/>
              <a:gdLst/>
              <a:ahLst/>
              <a:cxnLst/>
              <a:rect l="l" t="t" r="r" b="b"/>
              <a:pathLst>
                <a:path w="10781" h="16170" fill="none" extrusionOk="0">
                  <a:moveTo>
                    <a:pt x="4097" y="9055"/>
                  </a:moveTo>
                  <a:lnTo>
                    <a:pt x="4097" y="9055"/>
                  </a:lnTo>
                  <a:lnTo>
                    <a:pt x="3881" y="7546"/>
                  </a:lnTo>
                  <a:lnTo>
                    <a:pt x="3450" y="6468"/>
                  </a:lnTo>
                  <a:lnTo>
                    <a:pt x="2803" y="5175"/>
                  </a:lnTo>
                  <a:lnTo>
                    <a:pt x="2157" y="4312"/>
                  </a:lnTo>
                  <a:lnTo>
                    <a:pt x="863" y="2156"/>
                  </a:lnTo>
                  <a:lnTo>
                    <a:pt x="432" y="1078"/>
                  </a:lnTo>
                  <a:lnTo>
                    <a:pt x="1" y="1"/>
                  </a:lnTo>
                  <a:lnTo>
                    <a:pt x="1" y="1"/>
                  </a:lnTo>
                  <a:lnTo>
                    <a:pt x="1294" y="1"/>
                  </a:lnTo>
                  <a:lnTo>
                    <a:pt x="1294" y="1"/>
                  </a:lnTo>
                  <a:lnTo>
                    <a:pt x="3666" y="3019"/>
                  </a:lnTo>
                  <a:lnTo>
                    <a:pt x="4744" y="4528"/>
                  </a:lnTo>
                  <a:lnTo>
                    <a:pt x="5391" y="6468"/>
                  </a:lnTo>
                  <a:lnTo>
                    <a:pt x="5391" y="6468"/>
                  </a:lnTo>
                  <a:lnTo>
                    <a:pt x="5822" y="7115"/>
                  </a:lnTo>
                  <a:lnTo>
                    <a:pt x="6468" y="7977"/>
                  </a:lnTo>
                  <a:lnTo>
                    <a:pt x="7762" y="9271"/>
                  </a:lnTo>
                  <a:lnTo>
                    <a:pt x="8409" y="10133"/>
                  </a:lnTo>
                  <a:lnTo>
                    <a:pt x="8840" y="10780"/>
                  </a:lnTo>
                  <a:lnTo>
                    <a:pt x="9055" y="11427"/>
                  </a:lnTo>
                  <a:lnTo>
                    <a:pt x="8840" y="12289"/>
                  </a:lnTo>
                  <a:lnTo>
                    <a:pt x="8840" y="12289"/>
                  </a:lnTo>
                  <a:lnTo>
                    <a:pt x="9487" y="12936"/>
                  </a:lnTo>
                  <a:lnTo>
                    <a:pt x="10133" y="14014"/>
                  </a:lnTo>
                  <a:lnTo>
                    <a:pt x="10780" y="16170"/>
                  </a:lnTo>
                  <a:lnTo>
                    <a:pt x="10780" y="16170"/>
                  </a:lnTo>
                  <a:lnTo>
                    <a:pt x="9702" y="15523"/>
                  </a:lnTo>
                  <a:lnTo>
                    <a:pt x="8624" y="14876"/>
                  </a:lnTo>
                  <a:lnTo>
                    <a:pt x="6900" y="12936"/>
                  </a:lnTo>
                  <a:lnTo>
                    <a:pt x="4097" y="9055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14"/>
            <p:cNvSpPr/>
            <p:nvPr/>
          </p:nvSpPr>
          <p:spPr>
            <a:xfrm>
              <a:off x="5160075" y="1973575"/>
              <a:ext cx="199450" cy="274900"/>
            </a:xfrm>
            <a:custGeom>
              <a:avLst/>
              <a:gdLst/>
              <a:ahLst/>
              <a:cxnLst/>
              <a:rect l="l" t="t" r="r" b="b"/>
              <a:pathLst>
                <a:path w="7978" h="10996" fill="none" extrusionOk="0">
                  <a:moveTo>
                    <a:pt x="7762" y="10565"/>
                  </a:moveTo>
                  <a:lnTo>
                    <a:pt x="7762" y="10565"/>
                  </a:lnTo>
                  <a:lnTo>
                    <a:pt x="7115" y="10780"/>
                  </a:lnTo>
                  <a:lnTo>
                    <a:pt x="6468" y="10996"/>
                  </a:lnTo>
                  <a:lnTo>
                    <a:pt x="5822" y="10780"/>
                  </a:lnTo>
                  <a:lnTo>
                    <a:pt x="5175" y="10565"/>
                  </a:lnTo>
                  <a:lnTo>
                    <a:pt x="3881" y="9918"/>
                  </a:lnTo>
                  <a:lnTo>
                    <a:pt x="3019" y="9055"/>
                  </a:lnTo>
                  <a:lnTo>
                    <a:pt x="3019" y="9055"/>
                  </a:lnTo>
                  <a:lnTo>
                    <a:pt x="3235" y="7978"/>
                  </a:lnTo>
                  <a:lnTo>
                    <a:pt x="3450" y="7546"/>
                  </a:lnTo>
                  <a:lnTo>
                    <a:pt x="3666" y="7331"/>
                  </a:lnTo>
                  <a:lnTo>
                    <a:pt x="3666" y="7331"/>
                  </a:lnTo>
                  <a:lnTo>
                    <a:pt x="2803" y="6037"/>
                  </a:lnTo>
                  <a:lnTo>
                    <a:pt x="1725" y="4959"/>
                  </a:lnTo>
                  <a:lnTo>
                    <a:pt x="863" y="3881"/>
                  </a:lnTo>
                  <a:lnTo>
                    <a:pt x="1" y="2372"/>
                  </a:lnTo>
                  <a:lnTo>
                    <a:pt x="1" y="2372"/>
                  </a:lnTo>
                  <a:lnTo>
                    <a:pt x="863" y="1294"/>
                  </a:lnTo>
                  <a:lnTo>
                    <a:pt x="1941" y="648"/>
                  </a:lnTo>
                  <a:lnTo>
                    <a:pt x="3235" y="216"/>
                  </a:lnTo>
                  <a:lnTo>
                    <a:pt x="5175" y="1"/>
                  </a:lnTo>
                  <a:lnTo>
                    <a:pt x="5175" y="1"/>
                  </a:lnTo>
                  <a:lnTo>
                    <a:pt x="5175" y="648"/>
                  </a:lnTo>
                  <a:lnTo>
                    <a:pt x="5390" y="1079"/>
                  </a:lnTo>
                  <a:lnTo>
                    <a:pt x="5390" y="1510"/>
                  </a:lnTo>
                  <a:lnTo>
                    <a:pt x="5390" y="1510"/>
                  </a:lnTo>
                  <a:lnTo>
                    <a:pt x="4528" y="1510"/>
                  </a:lnTo>
                  <a:lnTo>
                    <a:pt x="4097" y="1726"/>
                  </a:lnTo>
                  <a:lnTo>
                    <a:pt x="3666" y="1941"/>
                  </a:lnTo>
                  <a:lnTo>
                    <a:pt x="3235" y="2372"/>
                  </a:lnTo>
                  <a:lnTo>
                    <a:pt x="3235" y="2372"/>
                  </a:lnTo>
                  <a:lnTo>
                    <a:pt x="4097" y="3666"/>
                  </a:lnTo>
                  <a:lnTo>
                    <a:pt x="5175" y="4744"/>
                  </a:lnTo>
                  <a:lnTo>
                    <a:pt x="6468" y="5390"/>
                  </a:lnTo>
                  <a:lnTo>
                    <a:pt x="7546" y="6037"/>
                  </a:lnTo>
                  <a:lnTo>
                    <a:pt x="7546" y="6037"/>
                  </a:lnTo>
                  <a:lnTo>
                    <a:pt x="7762" y="6468"/>
                  </a:lnTo>
                  <a:lnTo>
                    <a:pt x="7546" y="6468"/>
                  </a:lnTo>
                  <a:lnTo>
                    <a:pt x="6900" y="6684"/>
                  </a:lnTo>
                  <a:lnTo>
                    <a:pt x="6900" y="6684"/>
                  </a:lnTo>
                  <a:lnTo>
                    <a:pt x="6468" y="6684"/>
                  </a:lnTo>
                  <a:lnTo>
                    <a:pt x="6468" y="6684"/>
                  </a:lnTo>
                  <a:lnTo>
                    <a:pt x="6684" y="7115"/>
                  </a:lnTo>
                  <a:lnTo>
                    <a:pt x="6900" y="7546"/>
                  </a:lnTo>
                  <a:lnTo>
                    <a:pt x="7546" y="8624"/>
                  </a:lnTo>
                  <a:lnTo>
                    <a:pt x="7977" y="9487"/>
                  </a:lnTo>
                  <a:lnTo>
                    <a:pt x="7977" y="9918"/>
                  </a:lnTo>
                  <a:lnTo>
                    <a:pt x="7762" y="10565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14"/>
            <p:cNvSpPr/>
            <p:nvPr/>
          </p:nvSpPr>
          <p:spPr>
            <a:xfrm>
              <a:off x="1678375" y="2415525"/>
              <a:ext cx="91650" cy="194075"/>
            </a:xfrm>
            <a:custGeom>
              <a:avLst/>
              <a:gdLst/>
              <a:ahLst/>
              <a:cxnLst/>
              <a:rect l="l" t="t" r="r" b="b"/>
              <a:pathLst>
                <a:path w="3666" h="7763" extrusionOk="0">
                  <a:moveTo>
                    <a:pt x="3665" y="7762"/>
                  </a:moveTo>
                  <a:lnTo>
                    <a:pt x="3665" y="7762"/>
                  </a:lnTo>
                  <a:lnTo>
                    <a:pt x="647" y="1"/>
                  </a:lnTo>
                  <a:lnTo>
                    <a:pt x="647" y="1"/>
                  </a:lnTo>
                  <a:lnTo>
                    <a:pt x="0" y="3881"/>
                  </a:lnTo>
                  <a:lnTo>
                    <a:pt x="0" y="3881"/>
                  </a:lnTo>
                  <a:lnTo>
                    <a:pt x="647" y="4313"/>
                  </a:lnTo>
                  <a:lnTo>
                    <a:pt x="1294" y="4744"/>
                  </a:lnTo>
                  <a:lnTo>
                    <a:pt x="1294" y="4744"/>
                  </a:lnTo>
                  <a:lnTo>
                    <a:pt x="1294" y="5391"/>
                  </a:lnTo>
                  <a:lnTo>
                    <a:pt x="1294" y="6037"/>
                  </a:lnTo>
                  <a:lnTo>
                    <a:pt x="1941" y="6900"/>
                  </a:lnTo>
                  <a:lnTo>
                    <a:pt x="2803" y="7546"/>
                  </a:lnTo>
                  <a:lnTo>
                    <a:pt x="3234" y="7762"/>
                  </a:lnTo>
                  <a:lnTo>
                    <a:pt x="3665" y="7762"/>
                  </a:lnTo>
                  <a:lnTo>
                    <a:pt x="3665" y="7762"/>
                  </a:ln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89;p14"/>
            <p:cNvSpPr/>
            <p:nvPr/>
          </p:nvSpPr>
          <p:spPr>
            <a:xfrm>
              <a:off x="1699925" y="1294475"/>
              <a:ext cx="1988800" cy="3444025"/>
            </a:xfrm>
            <a:custGeom>
              <a:avLst/>
              <a:gdLst/>
              <a:ahLst/>
              <a:cxnLst/>
              <a:rect l="l" t="t" r="r" b="b"/>
              <a:pathLst>
                <a:path w="79552" h="137761" extrusionOk="0">
                  <a:moveTo>
                    <a:pt x="78689" y="83217"/>
                  </a:moveTo>
                  <a:lnTo>
                    <a:pt x="78689" y="83217"/>
                  </a:lnTo>
                  <a:lnTo>
                    <a:pt x="77396" y="83002"/>
                  </a:lnTo>
                  <a:lnTo>
                    <a:pt x="76318" y="82571"/>
                  </a:lnTo>
                  <a:lnTo>
                    <a:pt x="74378" y="81493"/>
                  </a:lnTo>
                  <a:lnTo>
                    <a:pt x="73300" y="80846"/>
                  </a:lnTo>
                  <a:lnTo>
                    <a:pt x="72222" y="80630"/>
                  </a:lnTo>
                  <a:lnTo>
                    <a:pt x="70928" y="80415"/>
                  </a:lnTo>
                  <a:lnTo>
                    <a:pt x="69204" y="80630"/>
                  </a:lnTo>
                  <a:lnTo>
                    <a:pt x="69204" y="80630"/>
                  </a:lnTo>
                  <a:lnTo>
                    <a:pt x="68773" y="79768"/>
                  </a:lnTo>
                  <a:lnTo>
                    <a:pt x="68126" y="79121"/>
                  </a:lnTo>
                  <a:lnTo>
                    <a:pt x="67263" y="78906"/>
                  </a:lnTo>
                  <a:lnTo>
                    <a:pt x="66186" y="78690"/>
                  </a:lnTo>
                  <a:lnTo>
                    <a:pt x="64461" y="78259"/>
                  </a:lnTo>
                  <a:lnTo>
                    <a:pt x="63814" y="77828"/>
                  </a:lnTo>
                  <a:lnTo>
                    <a:pt x="63167" y="76965"/>
                  </a:lnTo>
                  <a:lnTo>
                    <a:pt x="63167" y="76965"/>
                  </a:lnTo>
                  <a:lnTo>
                    <a:pt x="63167" y="76534"/>
                  </a:lnTo>
                  <a:lnTo>
                    <a:pt x="63167" y="76103"/>
                  </a:lnTo>
                  <a:lnTo>
                    <a:pt x="62736" y="75456"/>
                  </a:lnTo>
                  <a:lnTo>
                    <a:pt x="62305" y="74378"/>
                  </a:lnTo>
                  <a:lnTo>
                    <a:pt x="62089" y="73947"/>
                  </a:lnTo>
                  <a:lnTo>
                    <a:pt x="62089" y="73300"/>
                  </a:lnTo>
                  <a:lnTo>
                    <a:pt x="62089" y="73300"/>
                  </a:lnTo>
                  <a:lnTo>
                    <a:pt x="61443" y="72654"/>
                  </a:lnTo>
                  <a:lnTo>
                    <a:pt x="60796" y="72222"/>
                  </a:lnTo>
                  <a:lnTo>
                    <a:pt x="59934" y="71791"/>
                  </a:lnTo>
                  <a:lnTo>
                    <a:pt x="59071" y="71791"/>
                  </a:lnTo>
                  <a:lnTo>
                    <a:pt x="57346" y="71576"/>
                  </a:lnTo>
                  <a:lnTo>
                    <a:pt x="56484" y="71576"/>
                  </a:lnTo>
                  <a:lnTo>
                    <a:pt x="55837" y="71360"/>
                  </a:lnTo>
                  <a:lnTo>
                    <a:pt x="55837" y="71360"/>
                  </a:lnTo>
                  <a:lnTo>
                    <a:pt x="55191" y="70929"/>
                  </a:lnTo>
                  <a:lnTo>
                    <a:pt x="54759" y="70498"/>
                  </a:lnTo>
                  <a:lnTo>
                    <a:pt x="53897" y="69635"/>
                  </a:lnTo>
                  <a:lnTo>
                    <a:pt x="53250" y="68773"/>
                  </a:lnTo>
                  <a:lnTo>
                    <a:pt x="52604" y="68342"/>
                  </a:lnTo>
                  <a:lnTo>
                    <a:pt x="51957" y="68342"/>
                  </a:lnTo>
                  <a:lnTo>
                    <a:pt x="51957" y="68342"/>
                  </a:lnTo>
                  <a:lnTo>
                    <a:pt x="51741" y="67264"/>
                  </a:lnTo>
                  <a:lnTo>
                    <a:pt x="51310" y="66402"/>
                  </a:lnTo>
                  <a:lnTo>
                    <a:pt x="51310" y="66402"/>
                  </a:lnTo>
                  <a:lnTo>
                    <a:pt x="51094" y="66833"/>
                  </a:lnTo>
                  <a:lnTo>
                    <a:pt x="50663" y="66833"/>
                  </a:lnTo>
                  <a:lnTo>
                    <a:pt x="50232" y="66402"/>
                  </a:lnTo>
                  <a:lnTo>
                    <a:pt x="50232" y="66402"/>
                  </a:lnTo>
                  <a:lnTo>
                    <a:pt x="49801" y="66186"/>
                  </a:lnTo>
                  <a:lnTo>
                    <a:pt x="49154" y="66186"/>
                  </a:lnTo>
                  <a:lnTo>
                    <a:pt x="49154" y="66186"/>
                  </a:lnTo>
                  <a:lnTo>
                    <a:pt x="48292" y="66402"/>
                  </a:lnTo>
                  <a:lnTo>
                    <a:pt x="47430" y="66617"/>
                  </a:lnTo>
                  <a:lnTo>
                    <a:pt x="46567" y="66617"/>
                  </a:lnTo>
                  <a:lnTo>
                    <a:pt x="45705" y="66402"/>
                  </a:lnTo>
                  <a:lnTo>
                    <a:pt x="44196" y="65755"/>
                  </a:lnTo>
                  <a:lnTo>
                    <a:pt x="42471" y="65108"/>
                  </a:lnTo>
                  <a:lnTo>
                    <a:pt x="42471" y="65108"/>
                  </a:lnTo>
                  <a:lnTo>
                    <a:pt x="42040" y="65108"/>
                  </a:lnTo>
                  <a:lnTo>
                    <a:pt x="41609" y="65324"/>
                  </a:lnTo>
                  <a:lnTo>
                    <a:pt x="41609" y="65324"/>
                  </a:lnTo>
                  <a:lnTo>
                    <a:pt x="41393" y="65755"/>
                  </a:lnTo>
                  <a:lnTo>
                    <a:pt x="40746" y="65755"/>
                  </a:lnTo>
                  <a:lnTo>
                    <a:pt x="40746" y="65755"/>
                  </a:lnTo>
                  <a:lnTo>
                    <a:pt x="40746" y="65324"/>
                  </a:lnTo>
                  <a:lnTo>
                    <a:pt x="40962" y="64892"/>
                  </a:lnTo>
                  <a:lnTo>
                    <a:pt x="40962" y="64461"/>
                  </a:lnTo>
                  <a:lnTo>
                    <a:pt x="40531" y="64246"/>
                  </a:lnTo>
                  <a:lnTo>
                    <a:pt x="40531" y="64246"/>
                  </a:lnTo>
                  <a:lnTo>
                    <a:pt x="39884" y="64892"/>
                  </a:lnTo>
                  <a:lnTo>
                    <a:pt x="38806" y="65324"/>
                  </a:lnTo>
                  <a:lnTo>
                    <a:pt x="37944" y="65755"/>
                  </a:lnTo>
                  <a:lnTo>
                    <a:pt x="36866" y="65970"/>
                  </a:lnTo>
                  <a:lnTo>
                    <a:pt x="36866" y="65970"/>
                  </a:lnTo>
                  <a:lnTo>
                    <a:pt x="36219" y="66617"/>
                  </a:lnTo>
                  <a:lnTo>
                    <a:pt x="36003" y="67479"/>
                  </a:lnTo>
                  <a:lnTo>
                    <a:pt x="35572" y="68126"/>
                  </a:lnTo>
                  <a:lnTo>
                    <a:pt x="35141" y="68342"/>
                  </a:lnTo>
                  <a:lnTo>
                    <a:pt x="34710" y="68557"/>
                  </a:lnTo>
                  <a:lnTo>
                    <a:pt x="34710" y="68557"/>
                  </a:lnTo>
                  <a:lnTo>
                    <a:pt x="34279" y="68126"/>
                  </a:lnTo>
                  <a:lnTo>
                    <a:pt x="33632" y="67911"/>
                  </a:lnTo>
                  <a:lnTo>
                    <a:pt x="32554" y="67695"/>
                  </a:lnTo>
                  <a:lnTo>
                    <a:pt x="31261" y="67695"/>
                  </a:lnTo>
                  <a:lnTo>
                    <a:pt x="29967" y="68342"/>
                  </a:lnTo>
                  <a:lnTo>
                    <a:pt x="29967" y="68342"/>
                  </a:lnTo>
                  <a:lnTo>
                    <a:pt x="29320" y="67911"/>
                  </a:lnTo>
                  <a:lnTo>
                    <a:pt x="28674" y="67264"/>
                  </a:lnTo>
                  <a:lnTo>
                    <a:pt x="28242" y="66617"/>
                  </a:lnTo>
                  <a:lnTo>
                    <a:pt x="27811" y="65755"/>
                  </a:lnTo>
                  <a:lnTo>
                    <a:pt x="27811" y="65755"/>
                  </a:lnTo>
                  <a:lnTo>
                    <a:pt x="28242" y="63599"/>
                  </a:lnTo>
                  <a:lnTo>
                    <a:pt x="28674" y="61227"/>
                  </a:lnTo>
                  <a:lnTo>
                    <a:pt x="28674" y="61227"/>
                  </a:lnTo>
                  <a:lnTo>
                    <a:pt x="28027" y="60796"/>
                  </a:lnTo>
                  <a:lnTo>
                    <a:pt x="27380" y="60581"/>
                  </a:lnTo>
                  <a:lnTo>
                    <a:pt x="25871" y="60581"/>
                  </a:lnTo>
                  <a:lnTo>
                    <a:pt x="25871" y="60581"/>
                  </a:lnTo>
                  <a:lnTo>
                    <a:pt x="24577" y="60581"/>
                  </a:lnTo>
                  <a:lnTo>
                    <a:pt x="23284" y="60365"/>
                  </a:lnTo>
                  <a:lnTo>
                    <a:pt x="23284" y="60365"/>
                  </a:lnTo>
                  <a:lnTo>
                    <a:pt x="23931" y="59072"/>
                  </a:lnTo>
                  <a:lnTo>
                    <a:pt x="24577" y="57778"/>
                  </a:lnTo>
                  <a:lnTo>
                    <a:pt x="25009" y="56485"/>
                  </a:lnTo>
                  <a:lnTo>
                    <a:pt x="25440" y="54760"/>
                  </a:lnTo>
                  <a:lnTo>
                    <a:pt x="25440" y="54760"/>
                  </a:lnTo>
                  <a:lnTo>
                    <a:pt x="25224" y="54544"/>
                  </a:lnTo>
                  <a:lnTo>
                    <a:pt x="24793" y="54329"/>
                  </a:lnTo>
                  <a:lnTo>
                    <a:pt x="23931" y="54329"/>
                  </a:lnTo>
                  <a:lnTo>
                    <a:pt x="22422" y="54760"/>
                  </a:lnTo>
                  <a:lnTo>
                    <a:pt x="22422" y="54760"/>
                  </a:lnTo>
                  <a:lnTo>
                    <a:pt x="22206" y="55622"/>
                  </a:lnTo>
                  <a:lnTo>
                    <a:pt x="21775" y="56269"/>
                  </a:lnTo>
                  <a:lnTo>
                    <a:pt x="21128" y="56700"/>
                  </a:lnTo>
                  <a:lnTo>
                    <a:pt x="20481" y="57347"/>
                  </a:lnTo>
                  <a:lnTo>
                    <a:pt x="19835" y="57563"/>
                  </a:lnTo>
                  <a:lnTo>
                    <a:pt x="18972" y="57778"/>
                  </a:lnTo>
                  <a:lnTo>
                    <a:pt x="17894" y="57778"/>
                  </a:lnTo>
                  <a:lnTo>
                    <a:pt x="16816" y="57778"/>
                  </a:lnTo>
                  <a:lnTo>
                    <a:pt x="16816" y="57778"/>
                  </a:lnTo>
                  <a:lnTo>
                    <a:pt x="15738" y="56916"/>
                  </a:lnTo>
                  <a:lnTo>
                    <a:pt x="15307" y="55838"/>
                  </a:lnTo>
                  <a:lnTo>
                    <a:pt x="15092" y="54760"/>
                  </a:lnTo>
                  <a:lnTo>
                    <a:pt x="15092" y="53466"/>
                  </a:lnTo>
                  <a:lnTo>
                    <a:pt x="15307" y="52173"/>
                  </a:lnTo>
                  <a:lnTo>
                    <a:pt x="15738" y="50664"/>
                  </a:lnTo>
                  <a:lnTo>
                    <a:pt x="16385" y="48077"/>
                  </a:lnTo>
                  <a:lnTo>
                    <a:pt x="16385" y="48077"/>
                  </a:lnTo>
                  <a:lnTo>
                    <a:pt x="18110" y="46999"/>
                  </a:lnTo>
                  <a:lnTo>
                    <a:pt x="19835" y="46136"/>
                  </a:lnTo>
                  <a:lnTo>
                    <a:pt x="20912" y="45705"/>
                  </a:lnTo>
                  <a:lnTo>
                    <a:pt x="21990" y="45705"/>
                  </a:lnTo>
                  <a:lnTo>
                    <a:pt x="23068" y="45921"/>
                  </a:lnTo>
                  <a:lnTo>
                    <a:pt x="24362" y="46352"/>
                  </a:lnTo>
                  <a:lnTo>
                    <a:pt x="24362" y="46352"/>
                  </a:lnTo>
                  <a:lnTo>
                    <a:pt x="25009" y="45705"/>
                  </a:lnTo>
                  <a:lnTo>
                    <a:pt x="25871" y="45274"/>
                  </a:lnTo>
                  <a:lnTo>
                    <a:pt x="26949" y="45059"/>
                  </a:lnTo>
                  <a:lnTo>
                    <a:pt x="28027" y="45059"/>
                  </a:lnTo>
                  <a:lnTo>
                    <a:pt x="29105" y="45059"/>
                  </a:lnTo>
                  <a:lnTo>
                    <a:pt x="30183" y="45490"/>
                  </a:lnTo>
                  <a:lnTo>
                    <a:pt x="31045" y="45705"/>
                  </a:lnTo>
                  <a:lnTo>
                    <a:pt x="31692" y="46352"/>
                  </a:lnTo>
                  <a:lnTo>
                    <a:pt x="31692" y="46352"/>
                  </a:lnTo>
                  <a:lnTo>
                    <a:pt x="31692" y="47214"/>
                  </a:lnTo>
                  <a:lnTo>
                    <a:pt x="31476" y="48077"/>
                  </a:lnTo>
                  <a:lnTo>
                    <a:pt x="31476" y="48077"/>
                  </a:lnTo>
                  <a:lnTo>
                    <a:pt x="32554" y="48723"/>
                  </a:lnTo>
                  <a:lnTo>
                    <a:pt x="33416" y="48939"/>
                  </a:lnTo>
                  <a:lnTo>
                    <a:pt x="34279" y="48939"/>
                  </a:lnTo>
                  <a:lnTo>
                    <a:pt x="34279" y="48939"/>
                  </a:lnTo>
                  <a:lnTo>
                    <a:pt x="34063" y="46783"/>
                  </a:lnTo>
                  <a:lnTo>
                    <a:pt x="33848" y="45705"/>
                  </a:lnTo>
                  <a:lnTo>
                    <a:pt x="33848" y="44412"/>
                  </a:lnTo>
                  <a:lnTo>
                    <a:pt x="33848" y="44412"/>
                  </a:lnTo>
                  <a:lnTo>
                    <a:pt x="34494" y="43549"/>
                  </a:lnTo>
                  <a:lnTo>
                    <a:pt x="35357" y="42903"/>
                  </a:lnTo>
                  <a:lnTo>
                    <a:pt x="37297" y="41609"/>
                  </a:lnTo>
                  <a:lnTo>
                    <a:pt x="41393" y="39238"/>
                  </a:lnTo>
                  <a:lnTo>
                    <a:pt x="41393" y="39238"/>
                  </a:lnTo>
                  <a:lnTo>
                    <a:pt x="41393" y="36866"/>
                  </a:lnTo>
                  <a:lnTo>
                    <a:pt x="41393" y="36866"/>
                  </a:lnTo>
                  <a:lnTo>
                    <a:pt x="42471" y="36866"/>
                  </a:lnTo>
                  <a:lnTo>
                    <a:pt x="42471" y="36866"/>
                  </a:lnTo>
                  <a:lnTo>
                    <a:pt x="43118" y="36004"/>
                  </a:lnTo>
                  <a:lnTo>
                    <a:pt x="43549" y="35357"/>
                  </a:lnTo>
                  <a:lnTo>
                    <a:pt x="45058" y="34279"/>
                  </a:lnTo>
                  <a:lnTo>
                    <a:pt x="46783" y="33417"/>
                  </a:lnTo>
                  <a:lnTo>
                    <a:pt x="48723" y="32770"/>
                  </a:lnTo>
                  <a:lnTo>
                    <a:pt x="48723" y="32770"/>
                  </a:lnTo>
                  <a:lnTo>
                    <a:pt x="48939" y="31908"/>
                  </a:lnTo>
                  <a:lnTo>
                    <a:pt x="49370" y="31045"/>
                  </a:lnTo>
                  <a:lnTo>
                    <a:pt x="50017" y="30614"/>
                  </a:lnTo>
                  <a:lnTo>
                    <a:pt x="50879" y="30183"/>
                  </a:lnTo>
                  <a:lnTo>
                    <a:pt x="52819" y="29752"/>
                  </a:lnTo>
                  <a:lnTo>
                    <a:pt x="54544" y="29105"/>
                  </a:lnTo>
                  <a:lnTo>
                    <a:pt x="54544" y="29105"/>
                  </a:lnTo>
                  <a:lnTo>
                    <a:pt x="54113" y="29752"/>
                  </a:lnTo>
                  <a:lnTo>
                    <a:pt x="53897" y="30183"/>
                  </a:lnTo>
                  <a:lnTo>
                    <a:pt x="54113" y="30830"/>
                  </a:lnTo>
                  <a:lnTo>
                    <a:pt x="54113" y="30830"/>
                  </a:lnTo>
                  <a:lnTo>
                    <a:pt x="54975" y="30183"/>
                  </a:lnTo>
                  <a:lnTo>
                    <a:pt x="55837" y="29967"/>
                  </a:lnTo>
                  <a:lnTo>
                    <a:pt x="57778" y="29321"/>
                  </a:lnTo>
                  <a:lnTo>
                    <a:pt x="58640" y="29105"/>
                  </a:lnTo>
                  <a:lnTo>
                    <a:pt x="59502" y="28674"/>
                  </a:lnTo>
                  <a:lnTo>
                    <a:pt x="60149" y="28243"/>
                  </a:lnTo>
                  <a:lnTo>
                    <a:pt x="60580" y="27596"/>
                  </a:lnTo>
                  <a:lnTo>
                    <a:pt x="60580" y="27596"/>
                  </a:lnTo>
                  <a:lnTo>
                    <a:pt x="59934" y="27596"/>
                  </a:lnTo>
                  <a:lnTo>
                    <a:pt x="59071" y="27812"/>
                  </a:lnTo>
                  <a:lnTo>
                    <a:pt x="59071" y="27812"/>
                  </a:lnTo>
                  <a:lnTo>
                    <a:pt x="58424" y="28027"/>
                  </a:lnTo>
                  <a:lnTo>
                    <a:pt x="57778" y="28243"/>
                  </a:lnTo>
                  <a:lnTo>
                    <a:pt x="57131" y="28027"/>
                  </a:lnTo>
                  <a:lnTo>
                    <a:pt x="56700" y="27596"/>
                  </a:lnTo>
                  <a:lnTo>
                    <a:pt x="56700" y="27596"/>
                  </a:lnTo>
                  <a:lnTo>
                    <a:pt x="56700" y="26518"/>
                  </a:lnTo>
                  <a:lnTo>
                    <a:pt x="57131" y="26087"/>
                  </a:lnTo>
                  <a:lnTo>
                    <a:pt x="57562" y="25656"/>
                  </a:lnTo>
                  <a:lnTo>
                    <a:pt x="57778" y="25009"/>
                  </a:lnTo>
                  <a:lnTo>
                    <a:pt x="57778" y="25009"/>
                  </a:lnTo>
                  <a:lnTo>
                    <a:pt x="57562" y="24793"/>
                  </a:lnTo>
                  <a:lnTo>
                    <a:pt x="57346" y="24578"/>
                  </a:lnTo>
                  <a:lnTo>
                    <a:pt x="56700" y="24578"/>
                  </a:lnTo>
                  <a:lnTo>
                    <a:pt x="56700" y="24578"/>
                  </a:lnTo>
                  <a:lnTo>
                    <a:pt x="56269" y="24578"/>
                  </a:lnTo>
                  <a:lnTo>
                    <a:pt x="55837" y="24578"/>
                  </a:lnTo>
                  <a:lnTo>
                    <a:pt x="55837" y="24578"/>
                  </a:lnTo>
                  <a:lnTo>
                    <a:pt x="56053" y="23931"/>
                  </a:lnTo>
                  <a:lnTo>
                    <a:pt x="56700" y="23500"/>
                  </a:lnTo>
                  <a:lnTo>
                    <a:pt x="57131" y="23500"/>
                  </a:lnTo>
                  <a:lnTo>
                    <a:pt x="57778" y="23715"/>
                  </a:lnTo>
                  <a:lnTo>
                    <a:pt x="59071" y="24362"/>
                  </a:lnTo>
                  <a:lnTo>
                    <a:pt x="59934" y="25009"/>
                  </a:lnTo>
                  <a:lnTo>
                    <a:pt x="59934" y="25009"/>
                  </a:lnTo>
                  <a:lnTo>
                    <a:pt x="60149" y="24793"/>
                  </a:lnTo>
                  <a:lnTo>
                    <a:pt x="60149" y="24578"/>
                  </a:lnTo>
                  <a:lnTo>
                    <a:pt x="59718" y="24147"/>
                  </a:lnTo>
                  <a:lnTo>
                    <a:pt x="59502" y="23931"/>
                  </a:lnTo>
                  <a:lnTo>
                    <a:pt x="59287" y="23931"/>
                  </a:lnTo>
                  <a:lnTo>
                    <a:pt x="59502" y="23715"/>
                  </a:lnTo>
                  <a:lnTo>
                    <a:pt x="59502" y="23715"/>
                  </a:lnTo>
                  <a:lnTo>
                    <a:pt x="60365" y="23715"/>
                  </a:lnTo>
                  <a:lnTo>
                    <a:pt x="61227" y="23715"/>
                  </a:lnTo>
                  <a:lnTo>
                    <a:pt x="62736" y="23284"/>
                  </a:lnTo>
                  <a:lnTo>
                    <a:pt x="64030" y="22853"/>
                  </a:lnTo>
                  <a:lnTo>
                    <a:pt x="65539" y="22638"/>
                  </a:lnTo>
                  <a:lnTo>
                    <a:pt x="65539" y="22638"/>
                  </a:lnTo>
                  <a:lnTo>
                    <a:pt x="64676" y="23500"/>
                  </a:lnTo>
                  <a:lnTo>
                    <a:pt x="63598" y="24362"/>
                  </a:lnTo>
                  <a:lnTo>
                    <a:pt x="62736" y="25440"/>
                  </a:lnTo>
                  <a:lnTo>
                    <a:pt x="62521" y="25871"/>
                  </a:lnTo>
                  <a:lnTo>
                    <a:pt x="62521" y="26302"/>
                  </a:lnTo>
                  <a:lnTo>
                    <a:pt x="62521" y="26302"/>
                  </a:lnTo>
                  <a:lnTo>
                    <a:pt x="64030" y="26302"/>
                  </a:lnTo>
                  <a:lnTo>
                    <a:pt x="65323" y="26518"/>
                  </a:lnTo>
                  <a:lnTo>
                    <a:pt x="67910" y="27165"/>
                  </a:lnTo>
                  <a:lnTo>
                    <a:pt x="67910" y="27165"/>
                  </a:lnTo>
                  <a:lnTo>
                    <a:pt x="67910" y="26734"/>
                  </a:lnTo>
                  <a:lnTo>
                    <a:pt x="67910" y="26087"/>
                  </a:lnTo>
                  <a:lnTo>
                    <a:pt x="67695" y="25440"/>
                  </a:lnTo>
                  <a:lnTo>
                    <a:pt x="67910" y="24578"/>
                  </a:lnTo>
                  <a:lnTo>
                    <a:pt x="67910" y="24578"/>
                  </a:lnTo>
                  <a:lnTo>
                    <a:pt x="67479" y="24362"/>
                  </a:lnTo>
                  <a:lnTo>
                    <a:pt x="66832" y="24362"/>
                  </a:lnTo>
                  <a:lnTo>
                    <a:pt x="66401" y="24147"/>
                  </a:lnTo>
                  <a:lnTo>
                    <a:pt x="66186" y="23931"/>
                  </a:lnTo>
                  <a:lnTo>
                    <a:pt x="66186" y="23715"/>
                  </a:lnTo>
                  <a:lnTo>
                    <a:pt x="66186" y="23715"/>
                  </a:lnTo>
                  <a:lnTo>
                    <a:pt x="66617" y="22853"/>
                  </a:lnTo>
                  <a:lnTo>
                    <a:pt x="67048" y="22206"/>
                  </a:lnTo>
                  <a:lnTo>
                    <a:pt x="67263" y="21344"/>
                  </a:lnTo>
                  <a:lnTo>
                    <a:pt x="67479" y="20266"/>
                  </a:lnTo>
                  <a:lnTo>
                    <a:pt x="67479" y="20266"/>
                  </a:lnTo>
                  <a:lnTo>
                    <a:pt x="66401" y="18973"/>
                  </a:lnTo>
                  <a:lnTo>
                    <a:pt x="65754" y="18326"/>
                  </a:lnTo>
                  <a:lnTo>
                    <a:pt x="64892" y="18110"/>
                  </a:lnTo>
                  <a:lnTo>
                    <a:pt x="64892" y="18110"/>
                  </a:lnTo>
                  <a:lnTo>
                    <a:pt x="64676" y="16817"/>
                  </a:lnTo>
                  <a:lnTo>
                    <a:pt x="64461" y="15523"/>
                  </a:lnTo>
                  <a:lnTo>
                    <a:pt x="64245" y="14230"/>
                  </a:lnTo>
                  <a:lnTo>
                    <a:pt x="64030" y="13798"/>
                  </a:lnTo>
                  <a:lnTo>
                    <a:pt x="63598" y="13367"/>
                  </a:lnTo>
                  <a:lnTo>
                    <a:pt x="63598" y="13367"/>
                  </a:lnTo>
                  <a:lnTo>
                    <a:pt x="62736" y="13798"/>
                  </a:lnTo>
                  <a:lnTo>
                    <a:pt x="62089" y="14445"/>
                  </a:lnTo>
                  <a:lnTo>
                    <a:pt x="61227" y="14876"/>
                  </a:lnTo>
                  <a:lnTo>
                    <a:pt x="60796" y="15092"/>
                  </a:lnTo>
                  <a:lnTo>
                    <a:pt x="60149" y="15308"/>
                  </a:lnTo>
                  <a:lnTo>
                    <a:pt x="60149" y="15308"/>
                  </a:lnTo>
                  <a:lnTo>
                    <a:pt x="59502" y="14876"/>
                  </a:lnTo>
                  <a:lnTo>
                    <a:pt x="59287" y="14445"/>
                  </a:lnTo>
                  <a:lnTo>
                    <a:pt x="59287" y="14014"/>
                  </a:lnTo>
                  <a:lnTo>
                    <a:pt x="59287" y="14014"/>
                  </a:lnTo>
                  <a:lnTo>
                    <a:pt x="59287" y="13583"/>
                  </a:lnTo>
                  <a:lnTo>
                    <a:pt x="59502" y="13367"/>
                  </a:lnTo>
                  <a:lnTo>
                    <a:pt x="59718" y="13152"/>
                  </a:lnTo>
                  <a:lnTo>
                    <a:pt x="59718" y="12721"/>
                  </a:lnTo>
                  <a:lnTo>
                    <a:pt x="59718" y="12721"/>
                  </a:lnTo>
                  <a:lnTo>
                    <a:pt x="59071" y="12505"/>
                  </a:lnTo>
                  <a:lnTo>
                    <a:pt x="58640" y="12074"/>
                  </a:lnTo>
                  <a:lnTo>
                    <a:pt x="57562" y="10996"/>
                  </a:lnTo>
                  <a:lnTo>
                    <a:pt x="57562" y="10996"/>
                  </a:lnTo>
                  <a:lnTo>
                    <a:pt x="57131" y="11211"/>
                  </a:lnTo>
                  <a:lnTo>
                    <a:pt x="56484" y="11211"/>
                  </a:lnTo>
                  <a:lnTo>
                    <a:pt x="55406" y="11211"/>
                  </a:lnTo>
                  <a:lnTo>
                    <a:pt x="55406" y="11211"/>
                  </a:lnTo>
                  <a:lnTo>
                    <a:pt x="53897" y="10996"/>
                  </a:lnTo>
                  <a:lnTo>
                    <a:pt x="53897" y="10996"/>
                  </a:lnTo>
                  <a:lnTo>
                    <a:pt x="53466" y="11427"/>
                  </a:lnTo>
                  <a:lnTo>
                    <a:pt x="53035" y="12074"/>
                  </a:lnTo>
                  <a:lnTo>
                    <a:pt x="52604" y="13367"/>
                  </a:lnTo>
                  <a:lnTo>
                    <a:pt x="51741" y="16170"/>
                  </a:lnTo>
                  <a:lnTo>
                    <a:pt x="51310" y="17248"/>
                  </a:lnTo>
                  <a:lnTo>
                    <a:pt x="50879" y="17895"/>
                  </a:lnTo>
                  <a:lnTo>
                    <a:pt x="50448" y="18326"/>
                  </a:lnTo>
                  <a:lnTo>
                    <a:pt x="49801" y="18757"/>
                  </a:lnTo>
                  <a:lnTo>
                    <a:pt x="49154" y="18973"/>
                  </a:lnTo>
                  <a:lnTo>
                    <a:pt x="48292" y="18973"/>
                  </a:lnTo>
                  <a:lnTo>
                    <a:pt x="47214" y="18973"/>
                  </a:lnTo>
                  <a:lnTo>
                    <a:pt x="47214" y="18973"/>
                  </a:lnTo>
                  <a:lnTo>
                    <a:pt x="46352" y="21128"/>
                  </a:lnTo>
                  <a:lnTo>
                    <a:pt x="46136" y="21560"/>
                  </a:lnTo>
                  <a:lnTo>
                    <a:pt x="45705" y="21991"/>
                  </a:lnTo>
                  <a:lnTo>
                    <a:pt x="45274" y="22206"/>
                  </a:lnTo>
                  <a:lnTo>
                    <a:pt x="44627" y="22422"/>
                  </a:lnTo>
                  <a:lnTo>
                    <a:pt x="44627" y="22422"/>
                  </a:lnTo>
                  <a:lnTo>
                    <a:pt x="44196" y="21991"/>
                  </a:lnTo>
                  <a:lnTo>
                    <a:pt x="43980" y="21344"/>
                  </a:lnTo>
                  <a:lnTo>
                    <a:pt x="43980" y="20913"/>
                  </a:lnTo>
                  <a:lnTo>
                    <a:pt x="44196" y="20482"/>
                  </a:lnTo>
                  <a:lnTo>
                    <a:pt x="44627" y="19404"/>
                  </a:lnTo>
                  <a:lnTo>
                    <a:pt x="45058" y="18541"/>
                  </a:lnTo>
                  <a:lnTo>
                    <a:pt x="45058" y="18541"/>
                  </a:lnTo>
                  <a:lnTo>
                    <a:pt x="43980" y="18541"/>
                  </a:lnTo>
                  <a:lnTo>
                    <a:pt x="42902" y="18326"/>
                  </a:lnTo>
                  <a:lnTo>
                    <a:pt x="41393" y="17463"/>
                  </a:lnTo>
                  <a:lnTo>
                    <a:pt x="41393" y="17463"/>
                  </a:lnTo>
                  <a:lnTo>
                    <a:pt x="39884" y="16601"/>
                  </a:lnTo>
                  <a:lnTo>
                    <a:pt x="39022" y="16386"/>
                  </a:lnTo>
                  <a:lnTo>
                    <a:pt x="37944" y="16386"/>
                  </a:lnTo>
                  <a:lnTo>
                    <a:pt x="37944" y="16386"/>
                  </a:lnTo>
                  <a:lnTo>
                    <a:pt x="38159" y="15523"/>
                  </a:lnTo>
                  <a:lnTo>
                    <a:pt x="37944" y="15092"/>
                  </a:lnTo>
                  <a:lnTo>
                    <a:pt x="37513" y="14230"/>
                  </a:lnTo>
                  <a:lnTo>
                    <a:pt x="37513" y="14230"/>
                  </a:lnTo>
                  <a:lnTo>
                    <a:pt x="38591" y="13152"/>
                  </a:lnTo>
                  <a:lnTo>
                    <a:pt x="39884" y="12289"/>
                  </a:lnTo>
                  <a:lnTo>
                    <a:pt x="41178" y="11643"/>
                  </a:lnTo>
                  <a:lnTo>
                    <a:pt x="42687" y="10996"/>
                  </a:lnTo>
                  <a:lnTo>
                    <a:pt x="45920" y="9918"/>
                  </a:lnTo>
                  <a:lnTo>
                    <a:pt x="49154" y="8840"/>
                  </a:lnTo>
                  <a:lnTo>
                    <a:pt x="49154" y="8840"/>
                  </a:lnTo>
                  <a:lnTo>
                    <a:pt x="48723" y="9271"/>
                  </a:lnTo>
                  <a:lnTo>
                    <a:pt x="48292" y="9487"/>
                  </a:lnTo>
                  <a:lnTo>
                    <a:pt x="48076" y="9918"/>
                  </a:lnTo>
                  <a:lnTo>
                    <a:pt x="48076" y="10134"/>
                  </a:lnTo>
                  <a:lnTo>
                    <a:pt x="48076" y="10349"/>
                  </a:lnTo>
                  <a:lnTo>
                    <a:pt x="48076" y="10349"/>
                  </a:lnTo>
                  <a:lnTo>
                    <a:pt x="49154" y="10349"/>
                  </a:lnTo>
                  <a:lnTo>
                    <a:pt x="50232" y="10134"/>
                  </a:lnTo>
                  <a:lnTo>
                    <a:pt x="50232" y="10134"/>
                  </a:lnTo>
                  <a:lnTo>
                    <a:pt x="51526" y="9918"/>
                  </a:lnTo>
                  <a:lnTo>
                    <a:pt x="52172" y="9918"/>
                  </a:lnTo>
                  <a:lnTo>
                    <a:pt x="52819" y="10134"/>
                  </a:lnTo>
                  <a:lnTo>
                    <a:pt x="52819" y="10134"/>
                  </a:lnTo>
                  <a:lnTo>
                    <a:pt x="52604" y="9702"/>
                  </a:lnTo>
                  <a:lnTo>
                    <a:pt x="52388" y="9271"/>
                  </a:lnTo>
                  <a:lnTo>
                    <a:pt x="51741" y="8624"/>
                  </a:lnTo>
                  <a:lnTo>
                    <a:pt x="50879" y="8193"/>
                  </a:lnTo>
                  <a:lnTo>
                    <a:pt x="50663" y="7978"/>
                  </a:lnTo>
                  <a:lnTo>
                    <a:pt x="50663" y="7546"/>
                  </a:lnTo>
                  <a:lnTo>
                    <a:pt x="50663" y="7546"/>
                  </a:lnTo>
                  <a:lnTo>
                    <a:pt x="51526" y="7762"/>
                  </a:lnTo>
                  <a:lnTo>
                    <a:pt x="52388" y="7762"/>
                  </a:lnTo>
                  <a:lnTo>
                    <a:pt x="53250" y="7546"/>
                  </a:lnTo>
                  <a:lnTo>
                    <a:pt x="54113" y="6900"/>
                  </a:lnTo>
                  <a:lnTo>
                    <a:pt x="55406" y="5822"/>
                  </a:lnTo>
                  <a:lnTo>
                    <a:pt x="56484" y="4313"/>
                  </a:lnTo>
                  <a:lnTo>
                    <a:pt x="56484" y="4313"/>
                  </a:lnTo>
                  <a:lnTo>
                    <a:pt x="58209" y="4313"/>
                  </a:lnTo>
                  <a:lnTo>
                    <a:pt x="59718" y="4097"/>
                  </a:lnTo>
                  <a:lnTo>
                    <a:pt x="59718" y="4097"/>
                  </a:lnTo>
                  <a:lnTo>
                    <a:pt x="60796" y="5175"/>
                  </a:lnTo>
                  <a:lnTo>
                    <a:pt x="62089" y="6253"/>
                  </a:lnTo>
                  <a:lnTo>
                    <a:pt x="62089" y="6253"/>
                  </a:lnTo>
                  <a:lnTo>
                    <a:pt x="61443" y="6900"/>
                  </a:lnTo>
                  <a:lnTo>
                    <a:pt x="60796" y="7331"/>
                  </a:lnTo>
                  <a:lnTo>
                    <a:pt x="59071" y="7978"/>
                  </a:lnTo>
                  <a:lnTo>
                    <a:pt x="57131" y="8409"/>
                  </a:lnTo>
                  <a:lnTo>
                    <a:pt x="56269" y="8840"/>
                  </a:lnTo>
                  <a:lnTo>
                    <a:pt x="55622" y="9271"/>
                  </a:lnTo>
                  <a:lnTo>
                    <a:pt x="55622" y="9271"/>
                  </a:lnTo>
                  <a:lnTo>
                    <a:pt x="55837" y="9487"/>
                  </a:lnTo>
                  <a:lnTo>
                    <a:pt x="56269" y="9487"/>
                  </a:lnTo>
                  <a:lnTo>
                    <a:pt x="57131" y="9271"/>
                  </a:lnTo>
                  <a:lnTo>
                    <a:pt x="57131" y="9271"/>
                  </a:lnTo>
                  <a:lnTo>
                    <a:pt x="57778" y="9271"/>
                  </a:lnTo>
                  <a:lnTo>
                    <a:pt x="58640" y="9271"/>
                  </a:lnTo>
                  <a:lnTo>
                    <a:pt x="58640" y="9271"/>
                  </a:lnTo>
                  <a:lnTo>
                    <a:pt x="59502" y="10134"/>
                  </a:lnTo>
                  <a:lnTo>
                    <a:pt x="60580" y="10996"/>
                  </a:lnTo>
                  <a:lnTo>
                    <a:pt x="61874" y="11427"/>
                  </a:lnTo>
                  <a:lnTo>
                    <a:pt x="63598" y="11858"/>
                  </a:lnTo>
                  <a:lnTo>
                    <a:pt x="63598" y="11858"/>
                  </a:lnTo>
                  <a:lnTo>
                    <a:pt x="63598" y="11211"/>
                  </a:lnTo>
                  <a:lnTo>
                    <a:pt x="63383" y="10996"/>
                  </a:lnTo>
                  <a:lnTo>
                    <a:pt x="63167" y="10780"/>
                  </a:lnTo>
                  <a:lnTo>
                    <a:pt x="63383" y="10565"/>
                  </a:lnTo>
                  <a:lnTo>
                    <a:pt x="63383" y="10565"/>
                  </a:lnTo>
                  <a:lnTo>
                    <a:pt x="64245" y="10780"/>
                  </a:lnTo>
                  <a:lnTo>
                    <a:pt x="65108" y="10780"/>
                  </a:lnTo>
                  <a:lnTo>
                    <a:pt x="65539" y="10565"/>
                  </a:lnTo>
                  <a:lnTo>
                    <a:pt x="65970" y="9702"/>
                  </a:lnTo>
                  <a:lnTo>
                    <a:pt x="65970" y="9702"/>
                  </a:lnTo>
                  <a:lnTo>
                    <a:pt x="65754" y="9056"/>
                  </a:lnTo>
                  <a:lnTo>
                    <a:pt x="65539" y="8840"/>
                  </a:lnTo>
                  <a:lnTo>
                    <a:pt x="65108" y="8409"/>
                  </a:lnTo>
                  <a:lnTo>
                    <a:pt x="65108" y="7762"/>
                  </a:lnTo>
                  <a:lnTo>
                    <a:pt x="65108" y="7762"/>
                  </a:lnTo>
                  <a:lnTo>
                    <a:pt x="65323" y="7546"/>
                  </a:lnTo>
                  <a:lnTo>
                    <a:pt x="65754" y="7546"/>
                  </a:lnTo>
                  <a:lnTo>
                    <a:pt x="66186" y="7978"/>
                  </a:lnTo>
                  <a:lnTo>
                    <a:pt x="66832" y="8409"/>
                  </a:lnTo>
                  <a:lnTo>
                    <a:pt x="67048" y="8624"/>
                  </a:lnTo>
                  <a:lnTo>
                    <a:pt x="67263" y="8840"/>
                  </a:lnTo>
                  <a:lnTo>
                    <a:pt x="67263" y="8840"/>
                  </a:lnTo>
                  <a:lnTo>
                    <a:pt x="68988" y="8193"/>
                  </a:lnTo>
                  <a:lnTo>
                    <a:pt x="69635" y="7546"/>
                  </a:lnTo>
                  <a:lnTo>
                    <a:pt x="69850" y="6900"/>
                  </a:lnTo>
                  <a:lnTo>
                    <a:pt x="69850" y="6900"/>
                  </a:lnTo>
                  <a:lnTo>
                    <a:pt x="69204" y="6253"/>
                  </a:lnTo>
                  <a:lnTo>
                    <a:pt x="68341" y="6037"/>
                  </a:lnTo>
                  <a:lnTo>
                    <a:pt x="67479" y="5606"/>
                  </a:lnTo>
                  <a:lnTo>
                    <a:pt x="67048" y="5391"/>
                  </a:lnTo>
                  <a:lnTo>
                    <a:pt x="66832" y="4959"/>
                  </a:lnTo>
                  <a:lnTo>
                    <a:pt x="66832" y="4959"/>
                  </a:lnTo>
                  <a:lnTo>
                    <a:pt x="66832" y="4528"/>
                  </a:lnTo>
                  <a:lnTo>
                    <a:pt x="67048" y="4097"/>
                  </a:lnTo>
                  <a:lnTo>
                    <a:pt x="67048" y="3881"/>
                  </a:lnTo>
                  <a:lnTo>
                    <a:pt x="67048" y="3450"/>
                  </a:lnTo>
                  <a:lnTo>
                    <a:pt x="67048" y="3450"/>
                  </a:lnTo>
                  <a:lnTo>
                    <a:pt x="65970" y="3019"/>
                  </a:lnTo>
                  <a:lnTo>
                    <a:pt x="64676" y="2588"/>
                  </a:lnTo>
                  <a:lnTo>
                    <a:pt x="63598" y="1941"/>
                  </a:lnTo>
                  <a:lnTo>
                    <a:pt x="63167" y="1510"/>
                  </a:lnTo>
                  <a:lnTo>
                    <a:pt x="62952" y="863"/>
                  </a:lnTo>
                  <a:lnTo>
                    <a:pt x="62952" y="863"/>
                  </a:lnTo>
                  <a:lnTo>
                    <a:pt x="59934" y="863"/>
                  </a:lnTo>
                  <a:lnTo>
                    <a:pt x="59934" y="863"/>
                  </a:lnTo>
                  <a:lnTo>
                    <a:pt x="57131" y="863"/>
                  </a:lnTo>
                  <a:lnTo>
                    <a:pt x="55837" y="863"/>
                  </a:lnTo>
                  <a:lnTo>
                    <a:pt x="54544" y="1079"/>
                  </a:lnTo>
                  <a:lnTo>
                    <a:pt x="53682" y="1294"/>
                  </a:lnTo>
                  <a:lnTo>
                    <a:pt x="52819" y="1941"/>
                  </a:lnTo>
                  <a:lnTo>
                    <a:pt x="52388" y="2588"/>
                  </a:lnTo>
                  <a:lnTo>
                    <a:pt x="51957" y="3666"/>
                  </a:lnTo>
                  <a:lnTo>
                    <a:pt x="51957" y="3666"/>
                  </a:lnTo>
                  <a:lnTo>
                    <a:pt x="52172" y="3881"/>
                  </a:lnTo>
                  <a:lnTo>
                    <a:pt x="52388" y="3881"/>
                  </a:lnTo>
                  <a:lnTo>
                    <a:pt x="53035" y="3881"/>
                  </a:lnTo>
                  <a:lnTo>
                    <a:pt x="53466" y="4097"/>
                  </a:lnTo>
                  <a:lnTo>
                    <a:pt x="53466" y="4313"/>
                  </a:lnTo>
                  <a:lnTo>
                    <a:pt x="53466" y="4528"/>
                  </a:lnTo>
                  <a:lnTo>
                    <a:pt x="53466" y="4528"/>
                  </a:lnTo>
                  <a:lnTo>
                    <a:pt x="52819" y="5175"/>
                  </a:lnTo>
                  <a:lnTo>
                    <a:pt x="52172" y="5606"/>
                  </a:lnTo>
                  <a:lnTo>
                    <a:pt x="50448" y="6469"/>
                  </a:lnTo>
                  <a:lnTo>
                    <a:pt x="50448" y="6469"/>
                  </a:lnTo>
                  <a:lnTo>
                    <a:pt x="50232" y="6037"/>
                  </a:lnTo>
                  <a:lnTo>
                    <a:pt x="50448" y="5822"/>
                  </a:lnTo>
                  <a:lnTo>
                    <a:pt x="50663" y="5606"/>
                  </a:lnTo>
                  <a:lnTo>
                    <a:pt x="50663" y="4959"/>
                  </a:lnTo>
                  <a:lnTo>
                    <a:pt x="50663" y="4959"/>
                  </a:lnTo>
                  <a:lnTo>
                    <a:pt x="49801" y="4744"/>
                  </a:lnTo>
                  <a:lnTo>
                    <a:pt x="49370" y="4313"/>
                  </a:lnTo>
                  <a:lnTo>
                    <a:pt x="49370" y="3881"/>
                  </a:lnTo>
                  <a:lnTo>
                    <a:pt x="49370" y="3881"/>
                  </a:lnTo>
                  <a:lnTo>
                    <a:pt x="49585" y="3019"/>
                  </a:lnTo>
                  <a:lnTo>
                    <a:pt x="49585" y="2372"/>
                  </a:lnTo>
                  <a:lnTo>
                    <a:pt x="49801" y="1941"/>
                  </a:lnTo>
                  <a:lnTo>
                    <a:pt x="49801" y="1941"/>
                  </a:lnTo>
                  <a:lnTo>
                    <a:pt x="50663" y="1726"/>
                  </a:lnTo>
                  <a:lnTo>
                    <a:pt x="51741" y="1726"/>
                  </a:lnTo>
                  <a:lnTo>
                    <a:pt x="52819" y="1294"/>
                  </a:lnTo>
                  <a:lnTo>
                    <a:pt x="53035" y="1079"/>
                  </a:lnTo>
                  <a:lnTo>
                    <a:pt x="53250" y="648"/>
                  </a:lnTo>
                  <a:lnTo>
                    <a:pt x="53250" y="648"/>
                  </a:lnTo>
                  <a:lnTo>
                    <a:pt x="52388" y="217"/>
                  </a:lnTo>
                  <a:lnTo>
                    <a:pt x="51741" y="217"/>
                  </a:lnTo>
                  <a:lnTo>
                    <a:pt x="50879" y="432"/>
                  </a:lnTo>
                  <a:lnTo>
                    <a:pt x="50232" y="648"/>
                  </a:lnTo>
                  <a:lnTo>
                    <a:pt x="49154" y="1510"/>
                  </a:lnTo>
                  <a:lnTo>
                    <a:pt x="47861" y="2157"/>
                  </a:lnTo>
                  <a:lnTo>
                    <a:pt x="47861" y="2157"/>
                  </a:lnTo>
                  <a:lnTo>
                    <a:pt x="48076" y="1941"/>
                  </a:lnTo>
                  <a:lnTo>
                    <a:pt x="48292" y="1510"/>
                  </a:lnTo>
                  <a:lnTo>
                    <a:pt x="48507" y="1079"/>
                  </a:lnTo>
                  <a:lnTo>
                    <a:pt x="48507" y="648"/>
                  </a:lnTo>
                  <a:lnTo>
                    <a:pt x="48507" y="648"/>
                  </a:lnTo>
                  <a:lnTo>
                    <a:pt x="47214" y="648"/>
                  </a:lnTo>
                  <a:lnTo>
                    <a:pt x="45920" y="863"/>
                  </a:lnTo>
                  <a:lnTo>
                    <a:pt x="43980" y="1726"/>
                  </a:lnTo>
                  <a:lnTo>
                    <a:pt x="43980" y="1726"/>
                  </a:lnTo>
                  <a:lnTo>
                    <a:pt x="44411" y="2372"/>
                  </a:lnTo>
                  <a:lnTo>
                    <a:pt x="45058" y="2804"/>
                  </a:lnTo>
                  <a:lnTo>
                    <a:pt x="46567" y="3019"/>
                  </a:lnTo>
                  <a:lnTo>
                    <a:pt x="46567" y="3019"/>
                  </a:lnTo>
                  <a:lnTo>
                    <a:pt x="46136" y="3450"/>
                  </a:lnTo>
                  <a:lnTo>
                    <a:pt x="45920" y="3881"/>
                  </a:lnTo>
                  <a:lnTo>
                    <a:pt x="45920" y="4528"/>
                  </a:lnTo>
                  <a:lnTo>
                    <a:pt x="46136" y="5175"/>
                  </a:lnTo>
                  <a:lnTo>
                    <a:pt x="46136" y="5175"/>
                  </a:lnTo>
                  <a:lnTo>
                    <a:pt x="45274" y="5606"/>
                  </a:lnTo>
                  <a:lnTo>
                    <a:pt x="44411" y="6037"/>
                  </a:lnTo>
                  <a:lnTo>
                    <a:pt x="44411" y="6037"/>
                  </a:lnTo>
                  <a:lnTo>
                    <a:pt x="44411" y="5606"/>
                  </a:lnTo>
                  <a:lnTo>
                    <a:pt x="44843" y="5391"/>
                  </a:lnTo>
                  <a:lnTo>
                    <a:pt x="45058" y="5175"/>
                  </a:lnTo>
                  <a:lnTo>
                    <a:pt x="45058" y="4528"/>
                  </a:lnTo>
                  <a:lnTo>
                    <a:pt x="45058" y="4528"/>
                  </a:lnTo>
                  <a:lnTo>
                    <a:pt x="44627" y="4313"/>
                  </a:lnTo>
                  <a:lnTo>
                    <a:pt x="44196" y="4313"/>
                  </a:lnTo>
                  <a:lnTo>
                    <a:pt x="43333" y="4528"/>
                  </a:lnTo>
                  <a:lnTo>
                    <a:pt x="42471" y="5175"/>
                  </a:lnTo>
                  <a:lnTo>
                    <a:pt x="42040" y="6037"/>
                  </a:lnTo>
                  <a:lnTo>
                    <a:pt x="42040" y="6037"/>
                  </a:lnTo>
                  <a:lnTo>
                    <a:pt x="40315" y="6037"/>
                  </a:lnTo>
                  <a:lnTo>
                    <a:pt x="40315" y="6037"/>
                  </a:lnTo>
                  <a:lnTo>
                    <a:pt x="39453" y="6037"/>
                  </a:lnTo>
                  <a:lnTo>
                    <a:pt x="38375" y="5822"/>
                  </a:lnTo>
                  <a:lnTo>
                    <a:pt x="37728" y="5606"/>
                  </a:lnTo>
                  <a:lnTo>
                    <a:pt x="37513" y="5391"/>
                  </a:lnTo>
                  <a:lnTo>
                    <a:pt x="37297" y="4959"/>
                  </a:lnTo>
                  <a:lnTo>
                    <a:pt x="37297" y="4959"/>
                  </a:lnTo>
                  <a:lnTo>
                    <a:pt x="38591" y="5175"/>
                  </a:lnTo>
                  <a:lnTo>
                    <a:pt x="39884" y="5175"/>
                  </a:lnTo>
                  <a:lnTo>
                    <a:pt x="40962" y="4744"/>
                  </a:lnTo>
                  <a:lnTo>
                    <a:pt x="41824" y="4313"/>
                  </a:lnTo>
                  <a:lnTo>
                    <a:pt x="41824" y="4313"/>
                  </a:lnTo>
                  <a:lnTo>
                    <a:pt x="41824" y="3881"/>
                  </a:lnTo>
                  <a:lnTo>
                    <a:pt x="41393" y="3666"/>
                  </a:lnTo>
                  <a:lnTo>
                    <a:pt x="41178" y="3450"/>
                  </a:lnTo>
                  <a:lnTo>
                    <a:pt x="40962" y="3019"/>
                  </a:lnTo>
                  <a:lnTo>
                    <a:pt x="40962" y="3019"/>
                  </a:lnTo>
                  <a:lnTo>
                    <a:pt x="41178" y="2372"/>
                  </a:lnTo>
                  <a:lnTo>
                    <a:pt x="41824" y="1941"/>
                  </a:lnTo>
                  <a:lnTo>
                    <a:pt x="42471" y="1510"/>
                  </a:lnTo>
                  <a:lnTo>
                    <a:pt x="42902" y="863"/>
                  </a:lnTo>
                  <a:lnTo>
                    <a:pt x="42902" y="863"/>
                  </a:lnTo>
                  <a:lnTo>
                    <a:pt x="42255" y="648"/>
                  </a:lnTo>
                  <a:lnTo>
                    <a:pt x="41824" y="648"/>
                  </a:lnTo>
                  <a:lnTo>
                    <a:pt x="40962" y="1079"/>
                  </a:lnTo>
                  <a:lnTo>
                    <a:pt x="40100" y="1726"/>
                  </a:lnTo>
                  <a:lnTo>
                    <a:pt x="39022" y="1941"/>
                  </a:lnTo>
                  <a:lnTo>
                    <a:pt x="39022" y="1941"/>
                  </a:lnTo>
                  <a:lnTo>
                    <a:pt x="37944" y="1726"/>
                  </a:lnTo>
                  <a:lnTo>
                    <a:pt x="36866" y="1294"/>
                  </a:lnTo>
                  <a:lnTo>
                    <a:pt x="34926" y="432"/>
                  </a:lnTo>
                  <a:lnTo>
                    <a:pt x="34926" y="432"/>
                  </a:lnTo>
                  <a:lnTo>
                    <a:pt x="33632" y="217"/>
                  </a:lnTo>
                  <a:lnTo>
                    <a:pt x="32339" y="1"/>
                  </a:lnTo>
                  <a:lnTo>
                    <a:pt x="31045" y="1"/>
                  </a:lnTo>
                  <a:lnTo>
                    <a:pt x="29751" y="217"/>
                  </a:lnTo>
                  <a:lnTo>
                    <a:pt x="28889" y="648"/>
                  </a:lnTo>
                  <a:lnTo>
                    <a:pt x="27811" y="1294"/>
                  </a:lnTo>
                  <a:lnTo>
                    <a:pt x="26949" y="1941"/>
                  </a:lnTo>
                  <a:lnTo>
                    <a:pt x="26302" y="2804"/>
                  </a:lnTo>
                  <a:lnTo>
                    <a:pt x="26302" y="2804"/>
                  </a:lnTo>
                  <a:lnTo>
                    <a:pt x="26733" y="3019"/>
                  </a:lnTo>
                  <a:lnTo>
                    <a:pt x="27164" y="3019"/>
                  </a:lnTo>
                  <a:lnTo>
                    <a:pt x="28242" y="2804"/>
                  </a:lnTo>
                  <a:lnTo>
                    <a:pt x="28242" y="2804"/>
                  </a:lnTo>
                  <a:lnTo>
                    <a:pt x="29320" y="2588"/>
                  </a:lnTo>
                  <a:lnTo>
                    <a:pt x="29751" y="2588"/>
                  </a:lnTo>
                  <a:lnTo>
                    <a:pt x="30398" y="2804"/>
                  </a:lnTo>
                  <a:lnTo>
                    <a:pt x="30398" y="2804"/>
                  </a:lnTo>
                  <a:lnTo>
                    <a:pt x="29751" y="4097"/>
                  </a:lnTo>
                  <a:lnTo>
                    <a:pt x="29536" y="4528"/>
                  </a:lnTo>
                  <a:lnTo>
                    <a:pt x="29105" y="4959"/>
                  </a:lnTo>
                  <a:lnTo>
                    <a:pt x="29105" y="4959"/>
                  </a:lnTo>
                  <a:lnTo>
                    <a:pt x="28242" y="4744"/>
                  </a:lnTo>
                  <a:lnTo>
                    <a:pt x="27380" y="4528"/>
                  </a:lnTo>
                  <a:lnTo>
                    <a:pt x="25224" y="4528"/>
                  </a:lnTo>
                  <a:lnTo>
                    <a:pt x="23284" y="4313"/>
                  </a:lnTo>
                  <a:lnTo>
                    <a:pt x="22422" y="4097"/>
                  </a:lnTo>
                  <a:lnTo>
                    <a:pt x="21775" y="3666"/>
                  </a:lnTo>
                  <a:lnTo>
                    <a:pt x="21775" y="3666"/>
                  </a:lnTo>
                  <a:lnTo>
                    <a:pt x="21128" y="3881"/>
                  </a:lnTo>
                  <a:lnTo>
                    <a:pt x="21128" y="3881"/>
                  </a:lnTo>
                  <a:lnTo>
                    <a:pt x="17463" y="8193"/>
                  </a:lnTo>
                  <a:lnTo>
                    <a:pt x="14014" y="12721"/>
                  </a:lnTo>
                  <a:lnTo>
                    <a:pt x="10780" y="17463"/>
                  </a:lnTo>
                  <a:lnTo>
                    <a:pt x="7977" y="22422"/>
                  </a:lnTo>
                  <a:lnTo>
                    <a:pt x="5390" y="27596"/>
                  </a:lnTo>
                  <a:lnTo>
                    <a:pt x="3234" y="32770"/>
                  </a:lnTo>
                  <a:lnTo>
                    <a:pt x="1510" y="38375"/>
                  </a:lnTo>
                  <a:lnTo>
                    <a:pt x="1" y="43981"/>
                  </a:lnTo>
                  <a:lnTo>
                    <a:pt x="1" y="43981"/>
                  </a:lnTo>
                  <a:lnTo>
                    <a:pt x="432" y="43765"/>
                  </a:lnTo>
                  <a:lnTo>
                    <a:pt x="863" y="43765"/>
                  </a:lnTo>
                  <a:lnTo>
                    <a:pt x="863" y="43765"/>
                  </a:lnTo>
                  <a:lnTo>
                    <a:pt x="1294" y="44196"/>
                  </a:lnTo>
                  <a:lnTo>
                    <a:pt x="1510" y="44627"/>
                  </a:lnTo>
                  <a:lnTo>
                    <a:pt x="1294" y="45921"/>
                  </a:lnTo>
                  <a:lnTo>
                    <a:pt x="1294" y="45921"/>
                  </a:lnTo>
                  <a:lnTo>
                    <a:pt x="2588" y="48077"/>
                  </a:lnTo>
                  <a:lnTo>
                    <a:pt x="4097" y="50233"/>
                  </a:lnTo>
                  <a:lnTo>
                    <a:pt x="5606" y="52173"/>
                  </a:lnTo>
                  <a:lnTo>
                    <a:pt x="6684" y="54544"/>
                  </a:lnTo>
                  <a:lnTo>
                    <a:pt x="6684" y="54544"/>
                  </a:lnTo>
                  <a:lnTo>
                    <a:pt x="6468" y="54975"/>
                  </a:lnTo>
                  <a:lnTo>
                    <a:pt x="6468" y="55407"/>
                  </a:lnTo>
                  <a:lnTo>
                    <a:pt x="6253" y="55838"/>
                  </a:lnTo>
                  <a:lnTo>
                    <a:pt x="6253" y="56485"/>
                  </a:lnTo>
                  <a:lnTo>
                    <a:pt x="6253" y="56485"/>
                  </a:lnTo>
                  <a:lnTo>
                    <a:pt x="8409" y="57994"/>
                  </a:lnTo>
                  <a:lnTo>
                    <a:pt x="9702" y="58856"/>
                  </a:lnTo>
                  <a:lnTo>
                    <a:pt x="10996" y="59503"/>
                  </a:lnTo>
                  <a:lnTo>
                    <a:pt x="12505" y="60150"/>
                  </a:lnTo>
                  <a:lnTo>
                    <a:pt x="13798" y="60581"/>
                  </a:lnTo>
                  <a:lnTo>
                    <a:pt x="15523" y="60581"/>
                  </a:lnTo>
                  <a:lnTo>
                    <a:pt x="17032" y="60365"/>
                  </a:lnTo>
                  <a:lnTo>
                    <a:pt x="17032" y="60365"/>
                  </a:lnTo>
                  <a:lnTo>
                    <a:pt x="17894" y="60796"/>
                  </a:lnTo>
                  <a:lnTo>
                    <a:pt x="18541" y="61443"/>
                  </a:lnTo>
                  <a:lnTo>
                    <a:pt x="19188" y="62305"/>
                  </a:lnTo>
                  <a:lnTo>
                    <a:pt x="20050" y="62952"/>
                  </a:lnTo>
                  <a:lnTo>
                    <a:pt x="20050" y="62952"/>
                  </a:lnTo>
                  <a:lnTo>
                    <a:pt x="21775" y="63383"/>
                  </a:lnTo>
                  <a:lnTo>
                    <a:pt x="23715" y="64030"/>
                  </a:lnTo>
                  <a:lnTo>
                    <a:pt x="24362" y="64246"/>
                  </a:lnTo>
                  <a:lnTo>
                    <a:pt x="25009" y="64892"/>
                  </a:lnTo>
                  <a:lnTo>
                    <a:pt x="25440" y="65755"/>
                  </a:lnTo>
                  <a:lnTo>
                    <a:pt x="25440" y="66833"/>
                  </a:lnTo>
                  <a:lnTo>
                    <a:pt x="25440" y="66833"/>
                  </a:lnTo>
                  <a:lnTo>
                    <a:pt x="28027" y="68557"/>
                  </a:lnTo>
                  <a:lnTo>
                    <a:pt x="29536" y="69420"/>
                  </a:lnTo>
                  <a:lnTo>
                    <a:pt x="31045" y="70067"/>
                  </a:lnTo>
                  <a:lnTo>
                    <a:pt x="31045" y="70067"/>
                  </a:lnTo>
                  <a:lnTo>
                    <a:pt x="31476" y="68773"/>
                  </a:lnTo>
                  <a:lnTo>
                    <a:pt x="31907" y="68342"/>
                  </a:lnTo>
                  <a:lnTo>
                    <a:pt x="32554" y="68342"/>
                  </a:lnTo>
                  <a:lnTo>
                    <a:pt x="32554" y="68342"/>
                  </a:lnTo>
                  <a:lnTo>
                    <a:pt x="33416" y="69420"/>
                  </a:lnTo>
                  <a:lnTo>
                    <a:pt x="33848" y="70713"/>
                  </a:lnTo>
                  <a:lnTo>
                    <a:pt x="34063" y="72222"/>
                  </a:lnTo>
                  <a:lnTo>
                    <a:pt x="34063" y="73947"/>
                  </a:lnTo>
                  <a:lnTo>
                    <a:pt x="34063" y="73947"/>
                  </a:lnTo>
                  <a:lnTo>
                    <a:pt x="32985" y="75241"/>
                  </a:lnTo>
                  <a:lnTo>
                    <a:pt x="31692" y="76534"/>
                  </a:lnTo>
                  <a:lnTo>
                    <a:pt x="31261" y="77181"/>
                  </a:lnTo>
                  <a:lnTo>
                    <a:pt x="30829" y="77828"/>
                  </a:lnTo>
                  <a:lnTo>
                    <a:pt x="30398" y="78906"/>
                  </a:lnTo>
                  <a:lnTo>
                    <a:pt x="30398" y="79768"/>
                  </a:lnTo>
                  <a:lnTo>
                    <a:pt x="30398" y="79768"/>
                  </a:lnTo>
                  <a:lnTo>
                    <a:pt x="30398" y="80199"/>
                  </a:lnTo>
                  <a:lnTo>
                    <a:pt x="30614" y="80630"/>
                  </a:lnTo>
                  <a:lnTo>
                    <a:pt x="30829" y="80846"/>
                  </a:lnTo>
                  <a:lnTo>
                    <a:pt x="31045" y="81277"/>
                  </a:lnTo>
                  <a:lnTo>
                    <a:pt x="31045" y="81277"/>
                  </a:lnTo>
                  <a:lnTo>
                    <a:pt x="30614" y="81708"/>
                  </a:lnTo>
                  <a:lnTo>
                    <a:pt x="30183" y="81924"/>
                  </a:lnTo>
                  <a:lnTo>
                    <a:pt x="29967" y="82355"/>
                  </a:lnTo>
                  <a:lnTo>
                    <a:pt x="29751" y="83002"/>
                  </a:lnTo>
                  <a:lnTo>
                    <a:pt x="29751" y="83002"/>
                  </a:lnTo>
                  <a:lnTo>
                    <a:pt x="33201" y="88391"/>
                  </a:lnTo>
                  <a:lnTo>
                    <a:pt x="34926" y="90978"/>
                  </a:lnTo>
                  <a:lnTo>
                    <a:pt x="36219" y="93997"/>
                  </a:lnTo>
                  <a:lnTo>
                    <a:pt x="36219" y="93997"/>
                  </a:lnTo>
                  <a:lnTo>
                    <a:pt x="37297" y="94643"/>
                  </a:lnTo>
                  <a:lnTo>
                    <a:pt x="38159" y="95290"/>
                  </a:lnTo>
                  <a:lnTo>
                    <a:pt x="39884" y="95937"/>
                  </a:lnTo>
                  <a:lnTo>
                    <a:pt x="40746" y="96152"/>
                  </a:lnTo>
                  <a:lnTo>
                    <a:pt x="41609" y="96584"/>
                  </a:lnTo>
                  <a:lnTo>
                    <a:pt x="42255" y="97230"/>
                  </a:lnTo>
                  <a:lnTo>
                    <a:pt x="42902" y="98093"/>
                  </a:lnTo>
                  <a:lnTo>
                    <a:pt x="42902" y="98093"/>
                  </a:lnTo>
                  <a:lnTo>
                    <a:pt x="43333" y="99386"/>
                  </a:lnTo>
                  <a:lnTo>
                    <a:pt x="43549" y="100895"/>
                  </a:lnTo>
                  <a:lnTo>
                    <a:pt x="43549" y="104345"/>
                  </a:lnTo>
                  <a:lnTo>
                    <a:pt x="43333" y="108010"/>
                  </a:lnTo>
                  <a:lnTo>
                    <a:pt x="43333" y="109734"/>
                  </a:lnTo>
                  <a:lnTo>
                    <a:pt x="43765" y="111459"/>
                  </a:lnTo>
                  <a:lnTo>
                    <a:pt x="43765" y="111459"/>
                  </a:lnTo>
                  <a:lnTo>
                    <a:pt x="43980" y="113184"/>
                  </a:lnTo>
                  <a:lnTo>
                    <a:pt x="44411" y="115124"/>
                  </a:lnTo>
                  <a:lnTo>
                    <a:pt x="44411" y="117064"/>
                  </a:lnTo>
                  <a:lnTo>
                    <a:pt x="44196" y="117927"/>
                  </a:lnTo>
                  <a:lnTo>
                    <a:pt x="43980" y="118789"/>
                  </a:lnTo>
                  <a:lnTo>
                    <a:pt x="43980" y="118789"/>
                  </a:lnTo>
                  <a:lnTo>
                    <a:pt x="44411" y="119220"/>
                  </a:lnTo>
                  <a:lnTo>
                    <a:pt x="44627" y="120083"/>
                  </a:lnTo>
                  <a:lnTo>
                    <a:pt x="45058" y="121807"/>
                  </a:lnTo>
                  <a:lnTo>
                    <a:pt x="45274" y="123532"/>
                  </a:lnTo>
                  <a:lnTo>
                    <a:pt x="45705" y="124179"/>
                  </a:lnTo>
                  <a:lnTo>
                    <a:pt x="46352" y="124825"/>
                  </a:lnTo>
                  <a:lnTo>
                    <a:pt x="46352" y="124825"/>
                  </a:lnTo>
                  <a:lnTo>
                    <a:pt x="46352" y="123963"/>
                  </a:lnTo>
                  <a:lnTo>
                    <a:pt x="46352" y="123532"/>
                  </a:lnTo>
                  <a:lnTo>
                    <a:pt x="46567" y="123316"/>
                  </a:lnTo>
                  <a:lnTo>
                    <a:pt x="46567" y="123316"/>
                  </a:lnTo>
                  <a:lnTo>
                    <a:pt x="46998" y="124179"/>
                  </a:lnTo>
                  <a:lnTo>
                    <a:pt x="46998" y="125472"/>
                  </a:lnTo>
                  <a:lnTo>
                    <a:pt x="46998" y="125472"/>
                  </a:lnTo>
                  <a:lnTo>
                    <a:pt x="46783" y="125688"/>
                  </a:lnTo>
                  <a:lnTo>
                    <a:pt x="46567" y="125688"/>
                  </a:lnTo>
                  <a:lnTo>
                    <a:pt x="46136" y="125688"/>
                  </a:lnTo>
                  <a:lnTo>
                    <a:pt x="46136" y="125903"/>
                  </a:lnTo>
                  <a:lnTo>
                    <a:pt x="46136" y="125903"/>
                  </a:lnTo>
                  <a:lnTo>
                    <a:pt x="46352" y="126981"/>
                  </a:lnTo>
                  <a:lnTo>
                    <a:pt x="46352" y="128275"/>
                  </a:lnTo>
                  <a:lnTo>
                    <a:pt x="46352" y="128275"/>
                  </a:lnTo>
                  <a:lnTo>
                    <a:pt x="46567" y="128490"/>
                  </a:lnTo>
                  <a:lnTo>
                    <a:pt x="46998" y="128706"/>
                  </a:lnTo>
                  <a:lnTo>
                    <a:pt x="47214" y="128922"/>
                  </a:lnTo>
                  <a:lnTo>
                    <a:pt x="47430" y="129137"/>
                  </a:lnTo>
                  <a:lnTo>
                    <a:pt x="47430" y="129137"/>
                  </a:lnTo>
                  <a:lnTo>
                    <a:pt x="47214" y="129784"/>
                  </a:lnTo>
                  <a:lnTo>
                    <a:pt x="46998" y="130215"/>
                  </a:lnTo>
                  <a:lnTo>
                    <a:pt x="46998" y="130215"/>
                  </a:lnTo>
                  <a:lnTo>
                    <a:pt x="47430" y="131293"/>
                  </a:lnTo>
                  <a:lnTo>
                    <a:pt x="48076" y="131940"/>
                  </a:lnTo>
                  <a:lnTo>
                    <a:pt x="48723" y="132802"/>
                  </a:lnTo>
                  <a:lnTo>
                    <a:pt x="49370" y="133880"/>
                  </a:lnTo>
                  <a:lnTo>
                    <a:pt x="49370" y="133880"/>
                  </a:lnTo>
                  <a:lnTo>
                    <a:pt x="50017" y="134096"/>
                  </a:lnTo>
                  <a:lnTo>
                    <a:pt x="50663" y="134742"/>
                  </a:lnTo>
                  <a:lnTo>
                    <a:pt x="51741" y="135820"/>
                  </a:lnTo>
                  <a:lnTo>
                    <a:pt x="51741" y="135820"/>
                  </a:lnTo>
                  <a:lnTo>
                    <a:pt x="52819" y="136036"/>
                  </a:lnTo>
                  <a:lnTo>
                    <a:pt x="53682" y="136467"/>
                  </a:lnTo>
                  <a:lnTo>
                    <a:pt x="55837" y="137329"/>
                  </a:lnTo>
                  <a:lnTo>
                    <a:pt x="56700" y="137545"/>
                  </a:lnTo>
                  <a:lnTo>
                    <a:pt x="57778" y="137761"/>
                  </a:lnTo>
                  <a:lnTo>
                    <a:pt x="58640" y="137545"/>
                  </a:lnTo>
                  <a:lnTo>
                    <a:pt x="59502" y="136898"/>
                  </a:lnTo>
                  <a:lnTo>
                    <a:pt x="59502" y="136898"/>
                  </a:lnTo>
                  <a:lnTo>
                    <a:pt x="56484" y="134958"/>
                  </a:lnTo>
                  <a:lnTo>
                    <a:pt x="55191" y="133880"/>
                  </a:lnTo>
                  <a:lnTo>
                    <a:pt x="54759" y="133233"/>
                  </a:lnTo>
                  <a:lnTo>
                    <a:pt x="54328" y="132371"/>
                  </a:lnTo>
                  <a:lnTo>
                    <a:pt x="54328" y="132371"/>
                  </a:lnTo>
                  <a:lnTo>
                    <a:pt x="54975" y="131724"/>
                  </a:lnTo>
                  <a:lnTo>
                    <a:pt x="55191" y="130862"/>
                  </a:lnTo>
                  <a:lnTo>
                    <a:pt x="56053" y="129137"/>
                  </a:lnTo>
                  <a:lnTo>
                    <a:pt x="56053" y="129137"/>
                  </a:lnTo>
                  <a:lnTo>
                    <a:pt x="55406" y="128706"/>
                  </a:lnTo>
                  <a:lnTo>
                    <a:pt x="54759" y="128490"/>
                  </a:lnTo>
                  <a:lnTo>
                    <a:pt x="54113" y="128275"/>
                  </a:lnTo>
                  <a:lnTo>
                    <a:pt x="53897" y="127844"/>
                  </a:lnTo>
                  <a:lnTo>
                    <a:pt x="53682" y="127628"/>
                  </a:lnTo>
                  <a:lnTo>
                    <a:pt x="53682" y="127628"/>
                  </a:lnTo>
                  <a:lnTo>
                    <a:pt x="54328" y="126766"/>
                  </a:lnTo>
                  <a:lnTo>
                    <a:pt x="54759" y="125688"/>
                  </a:lnTo>
                  <a:lnTo>
                    <a:pt x="55622" y="123532"/>
                  </a:lnTo>
                  <a:lnTo>
                    <a:pt x="55622" y="123532"/>
                  </a:lnTo>
                  <a:lnTo>
                    <a:pt x="54975" y="123532"/>
                  </a:lnTo>
                  <a:lnTo>
                    <a:pt x="54544" y="123316"/>
                  </a:lnTo>
                  <a:lnTo>
                    <a:pt x="54113" y="122885"/>
                  </a:lnTo>
                  <a:lnTo>
                    <a:pt x="53897" y="122454"/>
                  </a:lnTo>
                  <a:lnTo>
                    <a:pt x="53897" y="122454"/>
                  </a:lnTo>
                  <a:lnTo>
                    <a:pt x="54759" y="122454"/>
                  </a:lnTo>
                  <a:lnTo>
                    <a:pt x="54759" y="122454"/>
                  </a:lnTo>
                  <a:lnTo>
                    <a:pt x="55622" y="122454"/>
                  </a:lnTo>
                  <a:lnTo>
                    <a:pt x="56269" y="122238"/>
                  </a:lnTo>
                  <a:lnTo>
                    <a:pt x="56269" y="122238"/>
                  </a:lnTo>
                  <a:lnTo>
                    <a:pt x="56269" y="120945"/>
                  </a:lnTo>
                  <a:lnTo>
                    <a:pt x="56269" y="120514"/>
                  </a:lnTo>
                  <a:lnTo>
                    <a:pt x="56484" y="120083"/>
                  </a:lnTo>
                  <a:lnTo>
                    <a:pt x="56484" y="120083"/>
                  </a:lnTo>
                  <a:lnTo>
                    <a:pt x="57993" y="120083"/>
                  </a:lnTo>
                  <a:lnTo>
                    <a:pt x="59071" y="119867"/>
                  </a:lnTo>
                  <a:lnTo>
                    <a:pt x="59934" y="119220"/>
                  </a:lnTo>
                  <a:lnTo>
                    <a:pt x="60149" y="118573"/>
                  </a:lnTo>
                  <a:lnTo>
                    <a:pt x="60365" y="117496"/>
                  </a:lnTo>
                  <a:lnTo>
                    <a:pt x="60149" y="116633"/>
                  </a:lnTo>
                  <a:lnTo>
                    <a:pt x="59718" y="115986"/>
                  </a:lnTo>
                  <a:lnTo>
                    <a:pt x="59071" y="115340"/>
                  </a:lnTo>
                  <a:lnTo>
                    <a:pt x="59071" y="115340"/>
                  </a:lnTo>
                  <a:lnTo>
                    <a:pt x="59718" y="115340"/>
                  </a:lnTo>
                  <a:lnTo>
                    <a:pt x="60365" y="115555"/>
                  </a:lnTo>
                  <a:lnTo>
                    <a:pt x="61227" y="115771"/>
                  </a:lnTo>
                  <a:lnTo>
                    <a:pt x="62089" y="115771"/>
                  </a:lnTo>
                  <a:lnTo>
                    <a:pt x="62089" y="115771"/>
                  </a:lnTo>
                  <a:lnTo>
                    <a:pt x="62521" y="115555"/>
                  </a:lnTo>
                  <a:lnTo>
                    <a:pt x="62952" y="115124"/>
                  </a:lnTo>
                  <a:lnTo>
                    <a:pt x="63383" y="114046"/>
                  </a:lnTo>
                  <a:lnTo>
                    <a:pt x="63814" y="112968"/>
                  </a:lnTo>
                  <a:lnTo>
                    <a:pt x="64245" y="111459"/>
                  </a:lnTo>
                  <a:lnTo>
                    <a:pt x="64245" y="111459"/>
                  </a:lnTo>
                  <a:lnTo>
                    <a:pt x="65323" y="110381"/>
                  </a:lnTo>
                  <a:lnTo>
                    <a:pt x="66401" y="109088"/>
                  </a:lnTo>
                  <a:lnTo>
                    <a:pt x="66832" y="108441"/>
                  </a:lnTo>
                  <a:lnTo>
                    <a:pt x="67048" y="107579"/>
                  </a:lnTo>
                  <a:lnTo>
                    <a:pt x="67048" y="106716"/>
                  </a:lnTo>
                  <a:lnTo>
                    <a:pt x="66617" y="105638"/>
                  </a:lnTo>
                  <a:lnTo>
                    <a:pt x="66617" y="105638"/>
                  </a:lnTo>
                  <a:lnTo>
                    <a:pt x="67910" y="104560"/>
                  </a:lnTo>
                  <a:lnTo>
                    <a:pt x="69204" y="103698"/>
                  </a:lnTo>
                  <a:lnTo>
                    <a:pt x="70928" y="103051"/>
                  </a:lnTo>
                  <a:lnTo>
                    <a:pt x="72869" y="102836"/>
                  </a:lnTo>
                  <a:lnTo>
                    <a:pt x="72869" y="102836"/>
                  </a:lnTo>
                  <a:lnTo>
                    <a:pt x="74162" y="100680"/>
                  </a:lnTo>
                  <a:lnTo>
                    <a:pt x="75025" y="98308"/>
                  </a:lnTo>
                  <a:lnTo>
                    <a:pt x="75456" y="97015"/>
                  </a:lnTo>
                  <a:lnTo>
                    <a:pt x="75456" y="95721"/>
                  </a:lnTo>
                  <a:lnTo>
                    <a:pt x="75671" y="94212"/>
                  </a:lnTo>
                  <a:lnTo>
                    <a:pt x="75456" y="92488"/>
                  </a:lnTo>
                  <a:lnTo>
                    <a:pt x="75456" y="92488"/>
                  </a:lnTo>
                  <a:lnTo>
                    <a:pt x="76102" y="91625"/>
                  </a:lnTo>
                  <a:lnTo>
                    <a:pt x="76965" y="90547"/>
                  </a:lnTo>
                  <a:lnTo>
                    <a:pt x="78474" y="88391"/>
                  </a:lnTo>
                  <a:lnTo>
                    <a:pt x="79121" y="87313"/>
                  </a:lnTo>
                  <a:lnTo>
                    <a:pt x="79552" y="86020"/>
                  </a:lnTo>
                  <a:lnTo>
                    <a:pt x="79336" y="84726"/>
                  </a:lnTo>
                  <a:lnTo>
                    <a:pt x="78689" y="83217"/>
                  </a:lnTo>
                  <a:close/>
                  <a:moveTo>
                    <a:pt x="63167" y="7115"/>
                  </a:moveTo>
                  <a:lnTo>
                    <a:pt x="63167" y="7115"/>
                  </a:lnTo>
                  <a:lnTo>
                    <a:pt x="62952" y="7331"/>
                  </a:lnTo>
                  <a:lnTo>
                    <a:pt x="62736" y="7331"/>
                  </a:lnTo>
                  <a:lnTo>
                    <a:pt x="62736" y="7331"/>
                  </a:lnTo>
                  <a:lnTo>
                    <a:pt x="62952" y="7115"/>
                  </a:lnTo>
                  <a:lnTo>
                    <a:pt x="63167" y="7115"/>
                  </a:ln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90;p14"/>
            <p:cNvSpPr/>
            <p:nvPr/>
          </p:nvSpPr>
          <p:spPr>
            <a:xfrm>
              <a:off x="1699925" y="1294475"/>
              <a:ext cx="1988800" cy="3444025"/>
            </a:xfrm>
            <a:custGeom>
              <a:avLst/>
              <a:gdLst/>
              <a:ahLst/>
              <a:cxnLst/>
              <a:rect l="l" t="t" r="r" b="b"/>
              <a:pathLst>
                <a:path w="79552" h="137761" fill="none" extrusionOk="0">
                  <a:moveTo>
                    <a:pt x="78689" y="83217"/>
                  </a:moveTo>
                  <a:lnTo>
                    <a:pt x="78689" y="83217"/>
                  </a:lnTo>
                  <a:lnTo>
                    <a:pt x="77396" y="83002"/>
                  </a:lnTo>
                  <a:lnTo>
                    <a:pt x="76318" y="82571"/>
                  </a:lnTo>
                  <a:lnTo>
                    <a:pt x="74378" y="81493"/>
                  </a:lnTo>
                  <a:lnTo>
                    <a:pt x="73300" y="80846"/>
                  </a:lnTo>
                  <a:lnTo>
                    <a:pt x="72222" y="80630"/>
                  </a:lnTo>
                  <a:lnTo>
                    <a:pt x="70928" y="80415"/>
                  </a:lnTo>
                  <a:lnTo>
                    <a:pt x="69204" y="80630"/>
                  </a:lnTo>
                  <a:lnTo>
                    <a:pt x="69204" y="80630"/>
                  </a:lnTo>
                  <a:lnTo>
                    <a:pt x="68773" y="79768"/>
                  </a:lnTo>
                  <a:lnTo>
                    <a:pt x="68126" y="79121"/>
                  </a:lnTo>
                  <a:lnTo>
                    <a:pt x="67263" y="78906"/>
                  </a:lnTo>
                  <a:lnTo>
                    <a:pt x="66186" y="78690"/>
                  </a:lnTo>
                  <a:lnTo>
                    <a:pt x="64461" y="78259"/>
                  </a:lnTo>
                  <a:lnTo>
                    <a:pt x="63814" y="77828"/>
                  </a:lnTo>
                  <a:lnTo>
                    <a:pt x="63167" y="76965"/>
                  </a:lnTo>
                  <a:lnTo>
                    <a:pt x="63167" y="76965"/>
                  </a:lnTo>
                  <a:lnTo>
                    <a:pt x="63167" y="76534"/>
                  </a:lnTo>
                  <a:lnTo>
                    <a:pt x="63167" y="76103"/>
                  </a:lnTo>
                  <a:lnTo>
                    <a:pt x="62736" y="75456"/>
                  </a:lnTo>
                  <a:lnTo>
                    <a:pt x="62305" y="74378"/>
                  </a:lnTo>
                  <a:lnTo>
                    <a:pt x="62089" y="73947"/>
                  </a:lnTo>
                  <a:lnTo>
                    <a:pt x="62089" y="73300"/>
                  </a:lnTo>
                  <a:lnTo>
                    <a:pt x="62089" y="73300"/>
                  </a:lnTo>
                  <a:lnTo>
                    <a:pt x="61443" y="72654"/>
                  </a:lnTo>
                  <a:lnTo>
                    <a:pt x="60796" y="72222"/>
                  </a:lnTo>
                  <a:lnTo>
                    <a:pt x="59934" y="71791"/>
                  </a:lnTo>
                  <a:lnTo>
                    <a:pt x="59071" y="71791"/>
                  </a:lnTo>
                  <a:lnTo>
                    <a:pt x="57346" y="71576"/>
                  </a:lnTo>
                  <a:lnTo>
                    <a:pt x="56484" y="71576"/>
                  </a:lnTo>
                  <a:lnTo>
                    <a:pt x="55837" y="71360"/>
                  </a:lnTo>
                  <a:lnTo>
                    <a:pt x="55837" y="71360"/>
                  </a:lnTo>
                  <a:lnTo>
                    <a:pt x="55191" y="70929"/>
                  </a:lnTo>
                  <a:lnTo>
                    <a:pt x="54759" y="70498"/>
                  </a:lnTo>
                  <a:lnTo>
                    <a:pt x="53897" y="69635"/>
                  </a:lnTo>
                  <a:lnTo>
                    <a:pt x="53250" y="68773"/>
                  </a:lnTo>
                  <a:lnTo>
                    <a:pt x="52604" y="68342"/>
                  </a:lnTo>
                  <a:lnTo>
                    <a:pt x="51957" y="68342"/>
                  </a:lnTo>
                  <a:lnTo>
                    <a:pt x="51957" y="68342"/>
                  </a:lnTo>
                  <a:lnTo>
                    <a:pt x="51741" y="67264"/>
                  </a:lnTo>
                  <a:lnTo>
                    <a:pt x="51310" y="66402"/>
                  </a:lnTo>
                  <a:lnTo>
                    <a:pt x="51310" y="66402"/>
                  </a:lnTo>
                  <a:lnTo>
                    <a:pt x="51094" y="66833"/>
                  </a:lnTo>
                  <a:lnTo>
                    <a:pt x="50663" y="66833"/>
                  </a:lnTo>
                  <a:lnTo>
                    <a:pt x="50232" y="66402"/>
                  </a:lnTo>
                  <a:lnTo>
                    <a:pt x="50232" y="66402"/>
                  </a:lnTo>
                  <a:lnTo>
                    <a:pt x="49801" y="66186"/>
                  </a:lnTo>
                  <a:lnTo>
                    <a:pt x="49154" y="66186"/>
                  </a:lnTo>
                  <a:lnTo>
                    <a:pt x="49154" y="66186"/>
                  </a:lnTo>
                  <a:lnTo>
                    <a:pt x="48292" y="66402"/>
                  </a:lnTo>
                  <a:lnTo>
                    <a:pt x="47430" y="66617"/>
                  </a:lnTo>
                  <a:lnTo>
                    <a:pt x="46567" y="66617"/>
                  </a:lnTo>
                  <a:lnTo>
                    <a:pt x="45705" y="66402"/>
                  </a:lnTo>
                  <a:lnTo>
                    <a:pt x="44196" y="65755"/>
                  </a:lnTo>
                  <a:lnTo>
                    <a:pt x="42471" y="65108"/>
                  </a:lnTo>
                  <a:lnTo>
                    <a:pt x="42471" y="65108"/>
                  </a:lnTo>
                  <a:lnTo>
                    <a:pt x="42040" y="65108"/>
                  </a:lnTo>
                  <a:lnTo>
                    <a:pt x="41609" y="65324"/>
                  </a:lnTo>
                  <a:lnTo>
                    <a:pt x="41609" y="65324"/>
                  </a:lnTo>
                  <a:lnTo>
                    <a:pt x="41393" y="65755"/>
                  </a:lnTo>
                  <a:lnTo>
                    <a:pt x="40746" y="65755"/>
                  </a:lnTo>
                  <a:lnTo>
                    <a:pt x="40746" y="65755"/>
                  </a:lnTo>
                  <a:lnTo>
                    <a:pt x="40746" y="65324"/>
                  </a:lnTo>
                  <a:lnTo>
                    <a:pt x="40962" y="64892"/>
                  </a:lnTo>
                  <a:lnTo>
                    <a:pt x="40962" y="64461"/>
                  </a:lnTo>
                  <a:lnTo>
                    <a:pt x="40531" y="64246"/>
                  </a:lnTo>
                  <a:lnTo>
                    <a:pt x="40531" y="64246"/>
                  </a:lnTo>
                  <a:lnTo>
                    <a:pt x="39884" y="64892"/>
                  </a:lnTo>
                  <a:lnTo>
                    <a:pt x="38806" y="65324"/>
                  </a:lnTo>
                  <a:lnTo>
                    <a:pt x="37944" y="65755"/>
                  </a:lnTo>
                  <a:lnTo>
                    <a:pt x="36866" y="65970"/>
                  </a:lnTo>
                  <a:lnTo>
                    <a:pt x="36866" y="65970"/>
                  </a:lnTo>
                  <a:lnTo>
                    <a:pt x="36219" y="66617"/>
                  </a:lnTo>
                  <a:lnTo>
                    <a:pt x="36003" y="67479"/>
                  </a:lnTo>
                  <a:lnTo>
                    <a:pt x="35572" y="68126"/>
                  </a:lnTo>
                  <a:lnTo>
                    <a:pt x="35141" y="68342"/>
                  </a:lnTo>
                  <a:lnTo>
                    <a:pt x="34710" y="68557"/>
                  </a:lnTo>
                  <a:lnTo>
                    <a:pt x="34710" y="68557"/>
                  </a:lnTo>
                  <a:lnTo>
                    <a:pt x="34279" y="68126"/>
                  </a:lnTo>
                  <a:lnTo>
                    <a:pt x="33632" y="67911"/>
                  </a:lnTo>
                  <a:lnTo>
                    <a:pt x="32554" y="67695"/>
                  </a:lnTo>
                  <a:lnTo>
                    <a:pt x="31261" y="67695"/>
                  </a:lnTo>
                  <a:lnTo>
                    <a:pt x="29967" y="68342"/>
                  </a:lnTo>
                  <a:lnTo>
                    <a:pt x="29967" y="68342"/>
                  </a:lnTo>
                  <a:lnTo>
                    <a:pt x="29320" y="67911"/>
                  </a:lnTo>
                  <a:lnTo>
                    <a:pt x="28674" y="67264"/>
                  </a:lnTo>
                  <a:lnTo>
                    <a:pt x="28242" y="66617"/>
                  </a:lnTo>
                  <a:lnTo>
                    <a:pt x="27811" y="65755"/>
                  </a:lnTo>
                  <a:lnTo>
                    <a:pt x="27811" y="65755"/>
                  </a:lnTo>
                  <a:lnTo>
                    <a:pt x="28242" y="63599"/>
                  </a:lnTo>
                  <a:lnTo>
                    <a:pt x="28674" y="61227"/>
                  </a:lnTo>
                  <a:lnTo>
                    <a:pt x="28674" y="61227"/>
                  </a:lnTo>
                  <a:lnTo>
                    <a:pt x="28027" y="60796"/>
                  </a:lnTo>
                  <a:lnTo>
                    <a:pt x="27380" y="60581"/>
                  </a:lnTo>
                  <a:lnTo>
                    <a:pt x="25871" y="60581"/>
                  </a:lnTo>
                  <a:lnTo>
                    <a:pt x="25871" y="60581"/>
                  </a:lnTo>
                  <a:lnTo>
                    <a:pt x="24577" y="60581"/>
                  </a:lnTo>
                  <a:lnTo>
                    <a:pt x="23284" y="60365"/>
                  </a:lnTo>
                  <a:lnTo>
                    <a:pt x="23284" y="60365"/>
                  </a:lnTo>
                  <a:lnTo>
                    <a:pt x="23931" y="59072"/>
                  </a:lnTo>
                  <a:lnTo>
                    <a:pt x="24577" y="57778"/>
                  </a:lnTo>
                  <a:lnTo>
                    <a:pt x="25009" y="56485"/>
                  </a:lnTo>
                  <a:lnTo>
                    <a:pt x="25440" y="54760"/>
                  </a:lnTo>
                  <a:lnTo>
                    <a:pt x="25440" y="54760"/>
                  </a:lnTo>
                  <a:lnTo>
                    <a:pt x="25224" y="54544"/>
                  </a:lnTo>
                  <a:lnTo>
                    <a:pt x="24793" y="54329"/>
                  </a:lnTo>
                  <a:lnTo>
                    <a:pt x="23931" y="54329"/>
                  </a:lnTo>
                  <a:lnTo>
                    <a:pt x="22422" y="54760"/>
                  </a:lnTo>
                  <a:lnTo>
                    <a:pt x="22422" y="54760"/>
                  </a:lnTo>
                  <a:lnTo>
                    <a:pt x="22206" y="55622"/>
                  </a:lnTo>
                  <a:lnTo>
                    <a:pt x="21775" y="56269"/>
                  </a:lnTo>
                  <a:lnTo>
                    <a:pt x="21128" y="56700"/>
                  </a:lnTo>
                  <a:lnTo>
                    <a:pt x="20481" y="57347"/>
                  </a:lnTo>
                  <a:lnTo>
                    <a:pt x="19835" y="57563"/>
                  </a:lnTo>
                  <a:lnTo>
                    <a:pt x="18972" y="57778"/>
                  </a:lnTo>
                  <a:lnTo>
                    <a:pt x="17894" y="57778"/>
                  </a:lnTo>
                  <a:lnTo>
                    <a:pt x="16816" y="57778"/>
                  </a:lnTo>
                  <a:lnTo>
                    <a:pt x="16816" y="57778"/>
                  </a:lnTo>
                  <a:lnTo>
                    <a:pt x="15738" y="56916"/>
                  </a:lnTo>
                  <a:lnTo>
                    <a:pt x="15307" y="55838"/>
                  </a:lnTo>
                  <a:lnTo>
                    <a:pt x="15092" y="54760"/>
                  </a:lnTo>
                  <a:lnTo>
                    <a:pt x="15092" y="53466"/>
                  </a:lnTo>
                  <a:lnTo>
                    <a:pt x="15307" y="52173"/>
                  </a:lnTo>
                  <a:lnTo>
                    <a:pt x="15738" y="50664"/>
                  </a:lnTo>
                  <a:lnTo>
                    <a:pt x="16385" y="48077"/>
                  </a:lnTo>
                  <a:lnTo>
                    <a:pt x="16385" y="48077"/>
                  </a:lnTo>
                  <a:lnTo>
                    <a:pt x="18110" y="46999"/>
                  </a:lnTo>
                  <a:lnTo>
                    <a:pt x="19835" y="46136"/>
                  </a:lnTo>
                  <a:lnTo>
                    <a:pt x="20912" y="45705"/>
                  </a:lnTo>
                  <a:lnTo>
                    <a:pt x="21990" y="45705"/>
                  </a:lnTo>
                  <a:lnTo>
                    <a:pt x="23068" y="45921"/>
                  </a:lnTo>
                  <a:lnTo>
                    <a:pt x="24362" y="46352"/>
                  </a:lnTo>
                  <a:lnTo>
                    <a:pt x="24362" y="46352"/>
                  </a:lnTo>
                  <a:lnTo>
                    <a:pt x="25009" y="45705"/>
                  </a:lnTo>
                  <a:lnTo>
                    <a:pt x="25871" y="45274"/>
                  </a:lnTo>
                  <a:lnTo>
                    <a:pt x="26949" y="45059"/>
                  </a:lnTo>
                  <a:lnTo>
                    <a:pt x="28027" y="45059"/>
                  </a:lnTo>
                  <a:lnTo>
                    <a:pt x="29105" y="45059"/>
                  </a:lnTo>
                  <a:lnTo>
                    <a:pt x="30183" y="45490"/>
                  </a:lnTo>
                  <a:lnTo>
                    <a:pt x="31045" y="45705"/>
                  </a:lnTo>
                  <a:lnTo>
                    <a:pt x="31692" y="46352"/>
                  </a:lnTo>
                  <a:lnTo>
                    <a:pt x="31692" y="46352"/>
                  </a:lnTo>
                  <a:lnTo>
                    <a:pt x="31692" y="47214"/>
                  </a:lnTo>
                  <a:lnTo>
                    <a:pt x="31476" y="48077"/>
                  </a:lnTo>
                  <a:lnTo>
                    <a:pt x="31476" y="48077"/>
                  </a:lnTo>
                  <a:lnTo>
                    <a:pt x="32554" y="48723"/>
                  </a:lnTo>
                  <a:lnTo>
                    <a:pt x="33416" y="48939"/>
                  </a:lnTo>
                  <a:lnTo>
                    <a:pt x="34279" y="48939"/>
                  </a:lnTo>
                  <a:lnTo>
                    <a:pt x="34279" y="48939"/>
                  </a:lnTo>
                  <a:lnTo>
                    <a:pt x="34063" y="46783"/>
                  </a:lnTo>
                  <a:lnTo>
                    <a:pt x="33848" y="45705"/>
                  </a:lnTo>
                  <a:lnTo>
                    <a:pt x="33848" y="44412"/>
                  </a:lnTo>
                  <a:lnTo>
                    <a:pt x="33848" y="44412"/>
                  </a:lnTo>
                  <a:lnTo>
                    <a:pt x="34494" y="43549"/>
                  </a:lnTo>
                  <a:lnTo>
                    <a:pt x="35357" y="42903"/>
                  </a:lnTo>
                  <a:lnTo>
                    <a:pt x="37297" y="41609"/>
                  </a:lnTo>
                  <a:lnTo>
                    <a:pt x="41393" y="39238"/>
                  </a:lnTo>
                  <a:lnTo>
                    <a:pt x="41393" y="39238"/>
                  </a:lnTo>
                  <a:lnTo>
                    <a:pt x="41393" y="36866"/>
                  </a:lnTo>
                  <a:lnTo>
                    <a:pt x="41393" y="36866"/>
                  </a:lnTo>
                  <a:lnTo>
                    <a:pt x="42471" y="36866"/>
                  </a:lnTo>
                  <a:lnTo>
                    <a:pt x="42471" y="36866"/>
                  </a:lnTo>
                  <a:lnTo>
                    <a:pt x="43118" y="36004"/>
                  </a:lnTo>
                  <a:lnTo>
                    <a:pt x="43549" y="35357"/>
                  </a:lnTo>
                  <a:lnTo>
                    <a:pt x="45058" y="34279"/>
                  </a:lnTo>
                  <a:lnTo>
                    <a:pt x="46783" y="33417"/>
                  </a:lnTo>
                  <a:lnTo>
                    <a:pt x="48723" y="32770"/>
                  </a:lnTo>
                  <a:lnTo>
                    <a:pt x="48723" y="32770"/>
                  </a:lnTo>
                  <a:lnTo>
                    <a:pt x="48939" y="31908"/>
                  </a:lnTo>
                  <a:lnTo>
                    <a:pt x="49370" y="31045"/>
                  </a:lnTo>
                  <a:lnTo>
                    <a:pt x="50017" y="30614"/>
                  </a:lnTo>
                  <a:lnTo>
                    <a:pt x="50879" y="30183"/>
                  </a:lnTo>
                  <a:lnTo>
                    <a:pt x="52819" y="29752"/>
                  </a:lnTo>
                  <a:lnTo>
                    <a:pt x="54544" y="29105"/>
                  </a:lnTo>
                  <a:lnTo>
                    <a:pt x="54544" y="29105"/>
                  </a:lnTo>
                  <a:lnTo>
                    <a:pt x="54113" y="29752"/>
                  </a:lnTo>
                  <a:lnTo>
                    <a:pt x="53897" y="30183"/>
                  </a:lnTo>
                  <a:lnTo>
                    <a:pt x="54113" y="30830"/>
                  </a:lnTo>
                  <a:lnTo>
                    <a:pt x="54113" y="30830"/>
                  </a:lnTo>
                  <a:lnTo>
                    <a:pt x="54975" y="30183"/>
                  </a:lnTo>
                  <a:lnTo>
                    <a:pt x="55837" y="29967"/>
                  </a:lnTo>
                  <a:lnTo>
                    <a:pt x="57778" y="29321"/>
                  </a:lnTo>
                  <a:lnTo>
                    <a:pt x="58640" y="29105"/>
                  </a:lnTo>
                  <a:lnTo>
                    <a:pt x="59502" y="28674"/>
                  </a:lnTo>
                  <a:lnTo>
                    <a:pt x="60149" y="28243"/>
                  </a:lnTo>
                  <a:lnTo>
                    <a:pt x="60580" y="27596"/>
                  </a:lnTo>
                  <a:lnTo>
                    <a:pt x="60580" y="27596"/>
                  </a:lnTo>
                  <a:lnTo>
                    <a:pt x="59934" y="27596"/>
                  </a:lnTo>
                  <a:lnTo>
                    <a:pt x="59071" y="27812"/>
                  </a:lnTo>
                  <a:lnTo>
                    <a:pt x="59071" y="27812"/>
                  </a:lnTo>
                  <a:lnTo>
                    <a:pt x="58424" y="28027"/>
                  </a:lnTo>
                  <a:lnTo>
                    <a:pt x="57778" y="28243"/>
                  </a:lnTo>
                  <a:lnTo>
                    <a:pt x="57131" y="28027"/>
                  </a:lnTo>
                  <a:lnTo>
                    <a:pt x="56700" y="27596"/>
                  </a:lnTo>
                  <a:lnTo>
                    <a:pt x="56700" y="27596"/>
                  </a:lnTo>
                  <a:lnTo>
                    <a:pt x="56700" y="26518"/>
                  </a:lnTo>
                  <a:lnTo>
                    <a:pt x="57131" y="26087"/>
                  </a:lnTo>
                  <a:lnTo>
                    <a:pt x="57562" y="25656"/>
                  </a:lnTo>
                  <a:lnTo>
                    <a:pt x="57778" y="25009"/>
                  </a:lnTo>
                  <a:lnTo>
                    <a:pt x="57778" y="25009"/>
                  </a:lnTo>
                  <a:lnTo>
                    <a:pt x="57562" y="24793"/>
                  </a:lnTo>
                  <a:lnTo>
                    <a:pt x="57346" y="24578"/>
                  </a:lnTo>
                  <a:lnTo>
                    <a:pt x="56700" y="24578"/>
                  </a:lnTo>
                  <a:lnTo>
                    <a:pt x="56700" y="24578"/>
                  </a:lnTo>
                  <a:lnTo>
                    <a:pt x="56269" y="24578"/>
                  </a:lnTo>
                  <a:lnTo>
                    <a:pt x="55837" y="24578"/>
                  </a:lnTo>
                  <a:lnTo>
                    <a:pt x="55837" y="24578"/>
                  </a:lnTo>
                  <a:lnTo>
                    <a:pt x="56053" y="23931"/>
                  </a:lnTo>
                  <a:lnTo>
                    <a:pt x="56700" y="23500"/>
                  </a:lnTo>
                  <a:lnTo>
                    <a:pt x="57131" y="23500"/>
                  </a:lnTo>
                  <a:lnTo>
                    <a:pt x="57778" y="23715"/>
                  </a:lnTo>
                  <a:lnTo>
                    <a:pt x="59071" y="24362"/>
                  </a:lnTo>
                  <a:lnTo>
                    <a:pt x="59934" y="25009"/>
                  </a:lnTo>
                  <a:lnTo>
                    <a:pt x="59934" y="25009"/>
                  </a:lnTo>
                  <a:lnTo>
                    <a:pt x="60149" y="24793"/>
                  </a:lnTo>
                  <a:lnTo>
                    <a:pt x="60149" y="24578"/>
                  </a:lnTo>
                  <a:lnTo>
                    <a:pt x="59718" y="24147"/>
                  </a:lnTo>
                  <a:lnTo>
                    <a:pt x="59502" y="23931"/>
                  </a:lnTo>
                  <a:lnTo>
                    <a:pt x="59287" y="23931"/>
                  </a:lnTo>
                  <a:lnTo>
                    <a:pt x="59502" y="23715"/>
                  </a:lnTo>
                  <a:lnTo>
                    <a:pt x="59502" y="23715"/>
                  </a:lnTo>
                  <a:lnTo>
                    <a:pt x="60365" y="23715"/>
                  </a:lnTo>
                  <a:lnTo>
                    <a:pt x="61227" y="23715"/>
                  </a:lnTo>
                  <a:lnTo>
                    <a:pt x="62736" y="23284"/>
                  </a:lnTo>
                  <a:lnTo>
                    <a:pt x="64030" y="22853"/>
                  </a:lnTo>
                  <a:lnTo>
                    <a:pt x="65539" y="22638"/>
                  </a:lnTo>
                  <a:lnTo>
                    <a:pt x="65539" y="22638"/>
                  </a:lnTo>
                  <a:lnTo>
                    <a:pt x="64676" y="23500"/>
                  </a:lnTo>
                  <a:lnTo>
                    <a:pt x="63598" y="24362"/>
                  </a:lnTo>
                  <a:lnTo>
                    <a:pt x="62736" y="25440"/>
                  </a:lnTo>
                  <a:lnTo>
                    <a:pt x="62521" y="25871"/>
                  </a:lnTo>
                  <a:lnTo>
                    <a:pt x="62521" y="26302"/>
                  </a:lnTo>
                  <a:lnTo>
                    <a:pt x="62521" y="26302"/>
                  </a:lnTo>
                  <a:lnTo>
                    <a:pt x="64030" y="26302"/>
                  </a:lnTo>
                  <a:lnTo>
                    <a:pt x="65323" y="26518"/>
                  </a:lnTo>
                  <a:lnTo>
                    <a:pt x="67910" y="27165"/>
                  </a:lnTo>
                  <a:lnTo>
                    <a:pt x="67910" y="27165"/>
                  </a:lnTo>
                  <a:lnTo>
                    <a:pt x="67910" y="26734"/>
                  </a:lnTo>
                  <a:lnTo>
                    <a:pt x="67910" y="26087"/>
                  </a:lnTo>
                  <a:lnTo>
                    <a:pt x="67695" y="25440"/>
                  </a:lnTo>
                  <a:lnTo>
                    <a:pt x="67910" y="24578"/>
                  </a:lnTo>
                  <a:lnTo>
                    <a:pt x="67910" y="24578"/>
                  </a:lnTo>
                  <a:lnTo>
                    <a:pt x="67479" y="24362"/>
                  </a:lnTo>
                  <a:lnTo>
                    <a:pt x="66832" y="24362"/>
                  </a:lnTo>
                  <a:lnTo>
                    <a:pt x="66401" y="24147"/>
                  </a:lnTo>
                  <a:lnTo>
                    <a:pt x="66186" y="23931"/>
                  </a:lnTo>
                  <a:lnTo>
                    <a:pt x="66186" y="23715"/>
                  </a:lnTo>
                  <a:lnTo>
                    <a:pt x="66186" y="23715"/>
                  </a:lnTo>
                  <a:lnTo>
                    <a:pt x="66617" y="22853"/>
                  </a:lnTo>
                  <a:lnTo>
                    <a:pt x="67048" y="22206"/>
                  </a:lnTo>
                  <a:lnTo>
                    <a:pt x="67263" y="21344"/>
                  </a:lnTo>
                  <a:lnTo>
                    <a:pt x="67479" y="20266"/>
                  </a:lnTo>
                  <a:lnTo>
                    <a:pt x="67479" y="20266"/>
                  </a:lnTo>
                  <a:lnTo>
                    <a:pt x="66401" y="18973"/>
                  </a:lnTo>
                  <a:lnTo>
                    <a:pt x="65754" y="18326"/>
                  </a:lnTo>
                  <a:lnTo>
                    <a:pt x="64892" y="18110"/>
                  </a:lnTo>
                  <a:lnTo>
                    <a:pt x="64892" y="18110"/>
                  </a:lnTo>
                  <a:lnTo>
                    <a:pt x="64676" y="16817"/>
                  </a:lnTo>
                  <a:lnTo>
                    <a:pt x="64461" y="15523"/>
                  </a:lnTo>
                  <a:lnTo>
                    <a:pt x="64245" y="14230"/>
                  </a:lnTo>
                  <a:lnTo>
                    <a:pt x="64030" y="13798"/>
                  </a:lnTo>
                  <a:lnTo>
                    <a:pt x="63598" y="13367"/>
                  </a:lnTo>
                  <a:lnTo>
                    <a:pt x="63598" y="13367"/>
                  </a:lnTo>
                  <a:lnTo>
                    <a:pt x="62736" y="13798"/>
                  </a:lnTo>
                  <a:lnTo>
                    <a:pt x="62089" y="14445"/>
                  </a:lnTo>
                  <a:lnTo>
                    <a:pt x="61227" y="14876"/>
                  </a:lnTo>
                  <a:lnTo>
                    <a:pt x="60796" y="15092"/>
                  </a:lnTo>
                  <a:lnTo>
                    <a:pt x="60149" y="15308"/>
                  </a:lnTo>
                  <a:lnTo>
                    <a:pt x="60149" y="15308"/>
                  </a:lnTo>
                  <a:lnTo>
                    <a:pt x="59502" y="14876"/>
                  </a:lnTo>
                  <a:lnTo>
                    <a:pt x="59287" y="14445"/>
                  </a:lnTo>
                  <a:lnTo>
                    <a:pt x="59287" y="14014"/>
                  </a:lnTo>
                  <a:lnTo>
                    <a:pt x="59287" y="14014"/>
                  </a:lnTo>
                  <a:lnTo>
                    <a:pt x="59287" y="13583"/>
                  </a:lnTo>
                  <a:lnTo>
                    <a:pt x="59502" y="13367"/>
                  </a:lnTo>
                  <a:lnTo>
                    <a:pt x="59718" y="13152"/>
                  </a:lnTo>
                  <a:lnTo>
                    <a:pt x="59718" y="12721"/>
                  </a:lnTo>
                  <a:lnTo>
                    <a:pt x="59718" y="12721"/>
                  </a:lnTo>
                  <a:lnTo>
                    <a:pt x="59071" y="12505"/>
                  </a:lnTo>
                  <a:lnTo>
                    <a:pt x="58640" y="12074"/>
                  </a:lnTo>
                  <a:lnTo>
                    <a:pt x="57562" y="10996"/>
                  </a:lnTo>
                  <a:lnTo>
                    <a:pt x="57562" y="10996"/>
                  </a:lnTo>
                  <a:lnTo>
                    <a:pt x="57131" y="11211"/>
                  </a:lnTo>
                  <a:lnTo>
                    <a:pt x="56484" y="11211"/>
                  </a:lnTo>
                  <a:lnTo>
                    <a:pt x="55406" y="11211"/>
                  </a:lnTo>
                  <a:lnTo>
                    <a:pt x="55406" y="11211"/>
                  </a:lnTo>
                  <a:lnTo>
                    <a:pt x="53897" y="10996"/>
                  </a:lnTo>
                  <a:lnTo>
                    <a:pt x="53897" y="10996"/>
                  </a:lnTo>
                  <a:lnTo>
                    <a:pt x="53466" y="11427"/>
                  </a:lnTo>
                  <a:lnTo>
                    <a:pt x="53035" y="12074"/>
                  </a:lnTo>
                  <a:lnTo>
                    <a:pt x="52604" y="13367"/>
                  </a:lnTo>
                  <a:lnTo>
                    <a:pt x="51741" y="16170"/>
                  </a:lnTo>
                  <a:lnTo>
                    <a:pt x="51310" y="17248"/>
                  </a:lnTo>
                  <a:lnTo>
                    <a:pt x="50879" y="17895"/>
                  </a:lnTo>
                  <a:lnTo>
                    <a:pt x="50448" y="18326"/>
                  </a:lnTo>
                  <a:lnTo>
                    <a:pt x="49801" y="18757"/>
                  </a:lnTo>
                  <a:lnTo>
                    <a:pt x="49154" y="18973"/>
                  </a:lnTo>
                  <a:lnTo>
                    <a:pt x="48292" y="18973"/>
                  </a:lnTo>
                  <a:lnTo>
                    <a:pt x="47214" y="18973"/>
                  </a:lnTo>
                  <a:lnTo>
                    <a:pt x="47214" y="18973"/>
                  </a:lnTo>
                  <a:lnTo>
                    <a:pt x="46352" y="21128"/>
                  </a:lnTo>
                  <a:lnTo>
                    <a:pt x="46136" y="21560"/>
                  </a:lnTo>
                  <a:lnTo>
                    <a:pt x="45705" y="21991"/>
                  </a:lnTo>
                  <a:lnTo>
                    <a:pt x="45274" y="22206"/>
                  </a:lnTo>
                  <a:lnTo>
                    <a:pt x="44627" y="22422"/>
                  </a:lnTo>
                  <a:lnTo>
                    <a:pt x="44627" y="22422"/>
                  </a:lnTo>
                  <a:lnTo>
                    <a:pt x="44196" y="21991"/>
                  </a:lnTo>
                  <a:lnTo>
                    <a:pt x="43980" y="21344"/>
                  </a:lnTo>
                  <a:lnTo>
                    <a:pt x="43980" y="20913"/>
                  </a:lnTo>
                  <a:lnTo>
                    <a:pt x="44196" y="20482"/>
                  </a:lnTo>
                  <a:lnTo>
                    <a:pt x="44627" y="19404"/>
                  </a:lnTo>
                  <a:lnTo>
                    <a:pt x="45058" y="18541"/>
                  </a:lnTo>
                  <a:lnTo>
                    <a:pt x="45058" y="18541"/>
                  </a:lnTo>
                  <a:lnTo>
                    <a:pt x="43980" y="18541"/>
                  </a:lnTo>
                  <a:lnTo>
                    <a:pt x="42902" y="18326"/>
                  </a:lnTo>
                  <a:lnTo>
                    <a:pt x="41393" y="17463"/>
                  </a:lnTo>
                  <a:lnTo>
                    <a:pt x="41393" y="17463"/>
                  </a:lnTo>
                  <a:lnTo>
                    <a:pt x="39884" y="16601"/>
                  </a:lnTo>
                  <a:lnTo>
                    <a:pt x="39022" y="16386"/>
                  </a:lnTo>
                  <a:lnTo>
                    <a:pt x="37944" y="16386"/>
                  </a:lnTo>
                  <a:lnTo>
                    <a:pt x="37944" y="16386"/>
                  </a:lnTo>
                  <a:lnTo>
                    <a:pt x="38159" y="15523"/>
                  </a:lnTo>
                  <a:lnTo>
                    <a:pt x="37944" y="15092"/>
                  </a:lnTo>
                  <a:lnTo>
                    <a:pt x="37513" y="14230"/>
                  </a:lnTo>
                  <a:lnTo>
                    <a:pt x="37513" y="14230"/>
                  </a:lnTo>
                  <a:lnTo>
                    <a:pt x="38591" y="13152"/>
                  </a:lnTo>
                  <a:lnTo>
                    <a:pt x="39884" y="12289"/>
                  </a:lnTo>
                  <a:lnTo>
                    <a:pt x="41178" y="11643"/>
                  </a:lnTo>
                  <a:lnTo>
                    <a:pt x="42687" y="10996"/>
                  </a:lnTo>
                  <a:lnTo>
                    <a:pt x="45920" y="9918"/>
                  </a:lnTo>
                  <a:lnTo>
                    <a:pt x="49154" y="8840"/>
                  </a:lnTo>
                  <a:lnTo>
                    <a:pt x="49154" y="8840"/>
                  </a:lnTo>
                  <a:lnTo>
                    <a:pt x="48723" y="9271"/>
                  </a:lnTo>
                  <a:lnTo>
                    <a:pt x="48292" y="9487"/>
                  </a:lnTo>
                  <a:lnTo>
                    <a:pt x="48076" y="9918"/>
                  </a:lnTo>
                  <a:lnTo>
                    <a:pt x="48076" y="10134"/>
                  </a:lnTo>
                  <a:lnTo>
                    <a:pt x="48076" y="10349"/>
                  </a:lnTo>
                  <a:lnTo>
                    <a:pt x="48076" y="10349"/>
                  </a:lnTo>
                  <a:lnTo>
                    <a:pt x="49154" y="10349"/>
                  </a:lnTo>
                  <a:lnTo>
                    <a:pt x="50232" y="10134"/>
                  </a:lnTo>
                  <a:lnTo>
                    <a:pt x="50232" y="10134"/>
                  </a:lnTo>
                  <a:lnTo>
                    <a:pt x="51526" y="9918"/>
                  </a:lnTo>
                  <a:lnTo>
                    <a:pt x="52172" y="9918"/>
                  </a:lnTo>
                  <a:lnTo>
                    <a:pt x="52819" y="10134"/>
                  </a:lnTo>
                  <a:lnTo>
                    <a:pt x="52819" y="10134"/>
                  </a:lnTo>
                  <a:lnTo>
                    <a:pt x="52604" y="9702"/>
                  </a:lnTo>
                  <a:lnTo>
                    <a:pt x="52388" y="9271"/>
                  </a:lnTo>
                  <a:lnTo>
                    <a:pt x="51741" y="8624"/>
                  </a:lnTo>
                  <a:lnTo>
                    <a:pt x="50879" y="8193"/>
                  </a:lnTo>
                  <a:lnTo>
                    <a:pt x="50663" y="7978"/>
                  </a:lnTo>
                  <a:lnTo>
                    <a:pt x="50663" y="7546"/>
                  </a:lnTo>
                  <a:lnTo>
                    <a:pt x="50663" y="7546"/>
                  </a:lnTo>
                  <a:lnTo>
                    <a:pt x="51526" y="7762"/>
                  </a:lnTo>
                  <a:lnTo>
                    <a:pt x="52388" y="7762"/>
                  </a:lnTo>
                  <a:lnTo>
                    <a:pt x="53250" y="7546"/>
                  </a:lnTo>
                  <a:lnTo>
                    <a:pt x="54113" y="6900"/>
                  </a:lnTo>
                  <a:lnTo>
                    <a:pt x="55406" y="5822"/>
                  </a:lnTo>
                  <a:lnTo>
                    <a:pt x="56484" y="4313"/>
                  </a:lnTo>
                  <a:lnTo>
                    <a:pt x="56484" y="4313"/>
                  </a:lnTo>
                  <a:lnTo>
                    <a:pt x="58209" y="4313"/>
                  </a:lnTo>
                  <a:lnTo>
                    <a:pt x="59718" y="4097"/>
                  </a:lnTo>
                  <a:lnTo>
                    <a:pt x="59718" y="4097"/>
                  </a:lnTo>
                  <a:lnTo>
                    <a:pt x="60796" y="5175"/>
                  </a:lnTo>
                  <a:lnTo>
                    <a:pt x="62089" y="6253"/>
                  </a:lnTo>
                  <a:lnTo>
                    <a:pt x="62089" y="6253"/>
                  </a:lnTo>
                  <a:lnTo>
                    <a:pt x="61443" y="6900"/>
                  </a:lnTo>
                  <a:lnTo>
                    <a:pt x="60796" y="7331"/>
                  </a:lnTo>
                  <a:lnTo>
                    <a:pt x="59071" y="7978"/>
                  </a:lnTo>
                  <a:lnTo>
                    <a:pt x="57131" y="8409"/>
                  </a:lnTo>
                  <a:lnTo>
                    <a:pt x="56269" y="8840"/>
                  </a:lnTo>
                  <a:lnTo>
                    <a:pt x="55622" y="9271"/>
                  </a:lnTo>
                  <a:lnTo>
                    <a:pt x="55622" y="9271"/>
                  </a:lnTo>
                  <a:lnTo>
                    <a:pt x="55837" y="9487"/>
                  </a:lnTo>
                  <a:lnTo>
                    <a:pt x="56269" y="9487"/>
                  </a:lnTo>
                  <a:lnTo>
                    <a:pt x="57131" y="9271"/>
                  </a:lnTo>
                  <a:lnTo>
                    <a:pt x="57131" y="9271"/>
                  </a:lnTo>
                  <a:lnTo>
                    <a:pt x="57778" y="9271"/>
                  </a:lnTo>
                  <a:lnTo>
                    <a:pt x="58640" y="9271"/>
                  </a:lnTo>
                  <a:lnTo>
                    <a:pt x="58640" y="9271"/>
                  </a:lnTo>
                  <a:lnTo>
                    <a:pt x="59502" y="10134"/>
                  </a:lnTo>
                  <a:lnTo>
                    <a:pt x="60580" y="10996"/>
                  </a:lnTo>
                  <a:lnTo>
                    <a:pt x="61874" y="11427"/>
                  </a:lnTo>
                  <a:lnTo>
                    <a:pt x="63598" y="11858"/>
                  </a:lnTo>
                  <a:lnTo>
                    <a:pt x="63598" y="11858"/>
                  </a:lnTo>
                  <a:lnTo>
                    <a:pt x="63598" y="11211"/>
                  </a:lnTo>
                  <a:lnTo>
                    <a:pt x="63383" y="10996"/>
                  </a:lnTo>
                  <a:lnTo>
                    <a:pt x="63167" y="10780"/>
                  </a:lnTo>
                  <a:lnTo>
                    <a:pt x="63383" y="10565"/>
                  </a:lnTo>
                  <a:lnTo>
                    <a:pt x="63383" y="10565"/>
                  </a:lnTo>
                  <a:lnTo>
                    <a:pt x="64245" y="10780"/>
                  </a:lnTo>
                  <a:lnTo>
                    <a:pt x="65108" y="10780"/>
                  </a:lnTo>
                  <a:lnTo>
                    <a:pt x="65539" y="10565"/>
                  </a:lnTo>
                  <a:lnTo>
                    <a:pt x="65970" y="9702"/>
                  </a:lnTo>
                  <a:lnTo>
                    <a:pt x="65970" y="9702"/>
                  </a:lnTo>
                  <a:lnTo>
                    <a:pt x="65754" y="9056"/>
                  </a:lnTo>
                  <a:lnTo>
                    <a:pt x="65539" y="8840"/>
                  </a:lnTo>
                  <a:lnTo>
                    <a:pt x="65108" y="8409"/>
                  </a:lnTo>
                  <a:lnTo>
                    <a:pt x="65108" y="7762"/>
                  </a:lnTo>
                  <a:lnTo>
                    <a:pt x="65108" y="7762"/>
                  </a:lnTo>
                  <a:lnTo>
                    <a:pt x="65323" y="7546"/>
                  </a:lnTo>
                  <a:lnTo>
                    <a:pt x="65754" y="7546"/>
                  </a:lnTo>
                  <a:lnTo>
                    <a:pt x="66186" y="7978"/>
                  </a:lnTo>
                  <a:lnTo>
                    <a:pt x="66832" y="8409"/>
                  </a:lnTo>
                  <a:lnTo>
                    <a:pt x="67048" y="8624"/>
                  </a:lnTo>
                  <a:lnTo>
                    <a:pt x="67263" y="8840"/>
                  </a:lnTo>
                  <a:lnTo>
                    <a:pt x="67263" y="8840"/>
                  </a:lnTo>
                  <a:lnTo>
                    <a:pt x="68988" y="8193"/>
                  </a:lnTo>
                  <a:lnTo>
                    <a:pt x="69635" y="7546"/>
                  </a:lnTo>
                  <a:lnTo>
                    <a:pt x="69850" y="6900"/>
                  </a:lnTo>
                  <a:lnTo>
                    <a:pt x="69850" y="6900"/>
                  </a:lnTo>
                  <a:lnTo>
                    <a:pt x="69204" y="6253"/>
                  </a:lnTo>
                  <a:lnTo>
                    <a:pt x="68341" y="6037"/>
                  </a:lnTo>
                  <a:lnTo>
                    <a:pt x="67479" y="5606"/>
                  </a:lnTo>
                  <a:lnTo>
                    <a:pt x="67048" y="5391"/>
                  </a:lnTo>
                  <a:lnTo>
                    <a:pt x="66832" y="4959"/>
                  </a:lnTo>
                  <a:lnTo>
                    <a:pt x="66832" y="4959"/>
                  </a:lnTo>
                  <a:lnTo>
                    <a:pt x="66832" y="4528"/>
                  </a:lnTo>
                  <a:lnTo>
                    <a:pt x="67048" y="4097"/>
                  </a:lnTo>
                  <a:lnTo>
                    <a:pt x="67048" y="3881"/>
                  </a:lnTo>
                  <a:lnTo>
                    <a:pt x="67048" y="3450"/>
                  </a:lnTo>
                  <a:lnTo>
                    <a:pt x="67048" y="3450"/>
                  </a:lnTo>
                  <a:lnTo>
                    <a:pt x="65970" y="3019"/>
                  </a:lnTo>
                  <a:lnTo>
                    <a:pt x="64676" y="2588"/>
                  </a:lnTo>
                  <a:lnTo>
                    <a:pt x="63598" y="1941"/>
                  </a:lnTo>
                  <a:lnTo>
                    <a:pt x="63167" y="1510"/>
                  </a:lnTo>
                  <a:lnTo>
                    <a:pt x="62952" y="863"/>
                  </a:lnTo>
                  <a:lnTo>
                    <a:pt x="62952" y="863"/>
                  </a:lnTo>
                  <a:lnTo>
                    <a:pt x="59934" y="863"/>
                  </a:lnTo>
                  <a:lnTo>
                    <a:pt x="59934" y="863"/>
                  </a:lnTo>
                  <a:lnTo>
                    <a:pt x="57131" y="863"/>
                  </a:lnTo>
                  <a:lnTo>
                    <a:pt x="55837" y="863"/>
                  </a:lnTo>
                  <a:lnTo>
                    <a:pt x="54544" y="1079"/>
                  </a:lnTo>
                  <a:lnTo>
                    <a:pt x="53682" y="1294"/>
                  </a:lnTo>
                  <a:lnTo>
                    <a:pt x="52819" y="1941"/>
                  </a:lnTo>
                  <a:lnTo>
                    <a:pt x="52388" y="2588"/>
                  </a:lnTo>
                  <a:lnTo>
                    <a:pt x="51957" y="3666"/>
                  </a:lnTo>
                  <a:lnTo>
                    <a:pt x="51957" y="3666"/>
                  </a:lnTo>
                  <a:lnTo>
                    <a:pt x="52172" y="3881"/>
                  </a:lnTo>
                  <a:lnTo>
                    <a:pt x="52388" y="3881"/>
                  </a:lnTo>
                  <a:lnTo>
                    <a:pt x="53035" y="3881"/>
                  </a:lnTo>
                  <a:lnTo>
                    <a:pt x="53466" y="4097"/>
                  </a:lnTo>
                  <a:lnTo>
                    <a:pt x="53466" y="4313"/>
                  </a:lnTo>
                  <a:lnTo>
                    <a:pt x="53466" y="4528"/>
                  </a:lnTo>
                  <a:lnTo>
                    <a:pt x="53466" y="4528"/>
                  </a:lnTo>
                  <a:lnTo>
                    <a:pt x="52819" y="5175"/>
                  </a:lnTo>
                  <a:lnTo>
                    <a:pt x="52172" y="5606"/>
                  </a:lnTo>
                  <a:lnTo>
                    <a:pt x="50448" y="6469"/>
                  </a:lnTo>
                  <a:lnTo>
                    <a:pt x="50448" y="6469"/>
                  </a:lnTo>
                  <a:lnTo>
                    <a:pt x="50232" y="6037"/>
                  </a:lnTo>
                  <a:lnTo>
                    <a:pt x="50448" y="5822"/>
                  </a:lnTo>
                  <a:lnTo>
                    <a:pt x="50663" y="5606"/>
                  </a:lnTo>
                  <a:lnTo>
                    <a:pt x="50663" y="4959"/>
                  </a:lnTo>
                  <a:lnTo>
                    <a:pt x="50663" y="4959"/>
                  </a:lnTo>
                  <a:lnTo>
                    <a:pt x="49801" y="4744"/>
                  </a:lnTo>
                  <a:lnTo>
                    <a:pt x="49370" y="4313"/>
                  </a:lnTo>
                  <a:lnTo>
                    <a:pt x="49370" y="3881"/>
                  </a:lnTo>
                  <a:lnTo>
                    <a:pt x="49370" y="3881"/>
                  </a:lnTo>
                  <a:lnTo>
                    <a:pt x="49585" y="3019"/>
                  </a:lnTo>
                  <a:lnTo>
                    <a:pt x="49585" y="2372"/>
                  </a:lnTo>
                  <a:lnTo>
                    <a:pt x="49801" y="1941"/>
                  </a:lnTo>
                  <a:lnTo>
                    <a:pt x="49801" y="1941"/>
                  </a:lnTo>
                  <a:lnTo>
                    <a:pt x="50663" y="1726"/>
                  </a:lnTo>
                  <a:lnTo>
                    <a:pt x="51741" y="1726"/>
                  </a:lnTo>
                  <a:lnTo>
                    <a:pt x="52819" y="1294"/>
                  </a:lnTo>
                  <a:lnTo>
                    <a:pt x="53035" y="1079"/>
                  </a:lnTo>
                  <a:lnTo>
                    <a:pt x="53250" y="648"/>
                  </a:lnTo>
                  <a:lnTo>
                    <a:pt x="53250" y="648"/>
                  </a:lnTo>
                  <a:lnTo>
                    <a:pt x="52388" y="217"/>
                  </a:lnTo>
                  <a:lnTo>
                    <a:pt x="51741" y="217"/>
                  </a:lnTo>
                  <a:lnTo>
                    <a:pt x="50879" y="432"/>
                  </a:lnTo>
                  <a:lnTo>
                    <a:pt x="50232" y="648"/>
                  </a:lnTo>
                  <a:lnTo>
                    <a:pt x="49154" y="1510"/>
                  </a:lnTo>
                  <a:lnTo>
                    <a:pt x="47861" y="2157"/>
                  </a:lnTo>
                  <a:lnTo>
                    <a:pt x="47861" y="2157"/>
                  </a:lnTo>
                  <a:lnTo>
                    <a:pt x="48076" y="1941"/>
                  </a:lnTo>
                  <a:lnTo>
                    <a:pt x="48292" y="1510"/>
                  </a:lnTo>
                  <a:lnTo>
                    <a:pt x="48507" y="1079"/>
                  </a:lnTo>
                  <a:lnTo>
                    <a:pt x="48507" y="648"/>
                  </a:lnTo>
                  <a:lnTo>
                    <a:pt x="48507" y="648"/>
                  </a:lnTo>
                  <a:lnTo>
                    <a:pt x="47214" y="648"/>
                  </a:lnTo>
                  <a:lnTo>
                    <a:pt x="45920" y="863"/>
                  </a:lnTo>
                  <a:lnTo>
                    <a:pt x="43980" y="1726"/>
                  </a:lnTo>
                  <a:lnTo>
                    <a:pt x="43980" y="1726"/>
                  </a:lnTo>
                  <a:lnTo>
                    <a:pt x="44411" y="2372"/>
                  </a:lnTo>
                  <a:lnTo>
                    <a:pt x="45058" y="2804"/>
                  </a:lnTo>
                  <a:lnTo>
                    <a:pt x="46567" y="3019"/>
                  </a:lnTo>
                  <a:lnTo>
                    <a:pt x="46567" y="3019"/>
                  </a:lnTo>
                  <a:lnTo>
                    <a:pt x="46136" y="3450"/>
                  </a:lnTo>
                  <a:lnTo>
                    <a:pt x="45920" y="3881"/>
                  </a:lnTo>
                  <a:lnTo>
                    <a:pt x="45920" y="4528"/>
                  </a:lnTo>
                  <a:lnTo>
                    <a:pt x="46136" y="5175"/>
                  </a:lnTo>
                  <a:lnTo>
                    <a:pt x="46136" y="5175"/>
                  </a:lnTo>
                  <a:lnTo>
                    <a:pt x="45274" y="5606"/>
                  </a:lnTo>
                  <a:lnTo>
                    <a:pt x="44411" y="6037"/>
                  </a:lnTo>
                  <a:lnTo>
                    <a:pt x="44411" y="6037"/>
                  </a:lnTo>
                  <a:lnTo>
                    <a:pt x="44411" y="5606"/>
                  </a:lnTo>
                  <a:lnTo>
                    <a:pt x="44843" y="5391"/>
                  </a:lnTo>
                  <a:lnTo>
                    <a:pt x="45058" y="5175"/>
                  </a:lnTo>
                  <a:lnTo>
                    <a:pt x="45058" y="4528"/>
                  </a:lnTo>
                  <a:lnTo>
                    <a:pt x="45058" y="4528"/>
                  </a:lnTo>
                  <a:lnTo>
                    <a:pt x="44627" y="4313"/>
                  </a:lnTo>
                  <a:lnTo>
                    <a:pt x="44196" y="4313"/>
                  </a:lnTo>
                  <a:lnTo>
                    <a:pt x="43333" y="4528"/>
                  </a:lnTo>
                  <a:lnTo>
                    <a:pt x="42471" y="5175"/>
                  </a:lnTo>
                  <a:lnTo>
                    <a:pt x="42040" y="6037"/>
                  </a:lnTo>
                  <a:lnTo>
                    <a:pt x="42040" y="6037"/>
                  </a:lnTo>
                  <a:lnTo>
                    <a:pt x="40315" y="6037"/>
                  </a:lnTo>
                  <a:lnTo>
                    <a:pt x="40315" y="6037"/>
                  </a:lnTo>
                  <a:lnTo>
                    <a:pt x="39453" y="6037"/>
                  </a:lnTo>
                  <a:lnTo>
                    <a:pt x="38375" y="5822"/>
                  </a:lnTo>
                  <a:lnTo>
                    <a:pt x="37728" y="5606"/>
                  </a:lnTo>
                  <a:lnTo>
                    <a:pt x="37513" y="5391"/>
                  </a:lnTo>
                  <a:lnTo>
                    <a:pt x="37297" y="4959"/>
                  </a:lnTo>
                  <a:lnTo>
                    <a:pt x="37297" y="4959"/>
                  </a:lnTo>
                  <a:lnTo>
                    <a:pt x="38591" y="5175"/>
                  </a:lnTo>
                  <a:lnTo>
                    <a:pt x="39884" y="5175"/>
                  </a:lnTo>
                  <a:lnTo>
                    <a:pt x="40962" y="4744"/>
                  </a:lnTo>
                  <a:lnTo>
                    <a:pt x="41824" y="4313"/>
                  </a:lnTo>
                  <a:lnTo>
                    <a:pt x="41824" y="4313"/>
                  </a:lnTo>
                  <a:lnTo>
                    <a:pt x="41824" y="3881"/>
                  </a:lnTo>
                  <a:lnTo>
                    <a:pt x="41393" y="3666"/>
                  </a:lnTo>
                  <a:lnTo>
                    <a:pt x="41178" y="3450"/>
                  </a:lnTo>
                  <a:lnTo>
                    <a:pt x="40962" y="3019"/>
                  </a:lnTo>
                  <a:lnTo>
                    <a:pt x="40962" y="3019"/>
                  </a:lnTo>
                  <a:lnTo>
                    <a:pt x="41178" y="2372"/>
                  </a:lnTo>
                  <a:lnTo>
                    <a:pt x="41824" y="1941"/>
                  </a:lnTo>
                  <a:lnTo>
                    <a:pt x="42471" y="1510"/>
                  </a:lnTo>
                  <a:lnTo>
                    <a:pt x="42902" y="863"/>
                  </a:lnTo>
                  <a:lnTo>
                    <a:pt x="42902" y="863"/>
                  </a:lnTo>
                  <a:lnTo>
                    <a:pt x="42255" y="648"/>
                  </a:lnTo>
                  <a:lnTo>
                    <a:pt x="41824" y="648"/>
                  </a:lnTo>
                  <a:lnTo>
                    <a:pt x="40962" y="1079"/>
                  </a:lnTo>
                  <a:lnTo>
                    <a:pt x="40100" y="1726"/>
                  </a:lnTo>
                  <a:lnTo>
                    <a:pt x="39022" y="1941"/>
                  </a:lnTo>
                  <a:lnTo>
                    <a:pt x="39022" y="1941"/>
                  </a:lnTo>
                  <a:lnTo>
                    <a:pt x="37944" y="1726"/>
                  </a:lnTo>
                  <a:lnTo>
                    <a:pt x="36866" y="1294"/>
                  </a:lnTo>
                  <a:lnTo>
                    <a:pt x="34926" y="432"/>
                  </a:lnTo>
                  <a:lnTo>
                    <a:pt x="34926" y="432"/>
                  </a:lnTo>
                  <a:lnTo>
                    <a:pt x="33632" y="217"/>
                  </a:lnTo>
                  <a:lnTo>
                    <a:pt x="32339" y="1"/>
                  </a:lnTo>
                  <a:lnTo>
                    <a:pt x="31045" y="1"/>
                  </a:lnTo>
                  <a:lnTo>
                    <a:pt x="29751" y="217"/>
                  </a:lnTo>
                  <a:lnTo>
                    <a:pt x="28889" y="648"/>
                  </a:lnTo>
                  <a:lnTo>
                    <a:pt x="27811" y="1294"/>
                  </a:lnTo>
                  <a:lnTo>
                    <a:pt x="26949" y="1941"/>
                  </a:lnTo>
                  <a:lnTo>
                    <a:pt x="26302" y="2804"/>
                  </a:lnTo>
                  <a:lnTo>
                    <a:pt x="26302" y="2804"/>
                  </a:lnTo>
                  <a:lnTo>
                    <a:pt x="26733" y="3019"/>
                  </a:lnTo>
                  <a:lnTo>
                    <a:pt x="27164" y="3019"/>
                  </a:lnTo>
                  <a:lnTo>
                    <a:pt x="28242" y="2804"/>
                  </a:lnTo>
                  <a:lnTo>
                    <a:pt x="28242" y="2804"/>
                  </a:lnTo>
                  <a:lnTo>
                    <a:pt x="29320" y="2588"/>
                  </a:lnTo>
                  <a:lnTo>
                    <a:pt x="29751" y="2588"/>
                  </a:lnTo>
                  <a:lnTo>
                    <a:pt x="30398" y="2804"/>
                  </a:lnTo>
                  <a:lnTo>
                    <a:pt x="30398" y="2804"/>
                  </a:lnTo>
                  <a:lnTo>
                    <a:pt x="29751" y="4097"/>
                  </a:lnTo>
                  <a:lnTo>
                    <a:pt x="29536" y="4528"/>
                  </a:lnTo>
                  <a:lnTo>
                    <a:pt x="29105" y="4959"/>
                  </a:lnTo>
                  <a:lnTo>
                    <a:pt x="29105" y="4959"/>
                  </a:lnTo>
                  <a:lnTo>
                    <a:pt x="28242" y="4744"/>
                  </a:lnTo>
                  <a:lnTo>
                    <a:pt x="27380" y="4528"/>
                  </a:lnTo>
                  <a:lnTo>
                    <a:pt x="25224" y="4528"/>
                  </a:lnTo>
                  <a:lnTo>
                    <a:pt x="23284" y="4313"/>
                  </a:lnTo>
                  <a:lnTo>
                    <a:pt x="22422" y="4097"/>
                  </a:lnTo>
                  <a:lnTo>
                    <a:pt x="21775" y="3666"/>
                  </a:lnTo>
                  <a:lnTo>
                    <a:pt x="21775" y="3666"/>
                  </a:lnTo>
                  <a:lnTo>
                    <a:pt x="21128" y="3881"/>
                  </a:lnTo>
                  <a:lnTo>
                    <a:pt x="21128" y="3881"/>
                  </a:lnTo>
                  <a:lnTo>
                    <a:pt x="17463" y="8193"/>
                  </a:lnTo>
                  <a:lnTo>
                    <a:pt x="14014" y="12721"/>
                  </a:lnTo>
                  <a:lnTo>
                    <a:pt x="10780" y="17463"/>
                  </a:lnTo>
                  <a:lnTo>
                    <a:pt x="7977" y="22422"/>
                  </a:lnTo>
                  <a:lnTo>
                    <a:pt x="5390" y="27596"/>
                  </a:lnTo>
                  <a:lnTo>
                    <a:pt x="3234" y="32770"/>
                  </a:lnTo>
                  <a:lnTo>
                    <a:pt x="1510" y="38375"/>
                  </a:lnTo>
                  <a:lnTo>
                    <a:pt x="1" y="43981"/>
                  </a:lnTo>
                  <a:lnTo>
                    <a:pt x="1" y="43981"/>
                  </a:lnTo>
                  <a:lnTo>
                    <a:pt x="432" y="43765"/>
                  </a:lnTo>
                  <a:lnTo>
                    <a:pt x="863" y="43765"/>
                  </a:lnTo>
                  <a:lnTo>
                    <a:pt x="863" y="43765"/>
                  </a:lnTo>
                  <a:lnTo>
                    <a:pt x="1294" y="44196"/>
                  </a:lnTo>
                  <a:lnTo>
                    <a:pt x="1510" y="44627"/>
                  </a:lnTo>
                  <a:lnTo>
                    <a:pt x="1294" y="45921"/>
                  </a:lnTo>
                  <a:lnTo>
                    <a:pt x="1294" y="45921"/>
                  </a:lnTo>
                  <a:lnTo>
                    <a:pt x="2588" y="48077"/>
                  </a:lnTo>
                  <a:lnTo>
                    <a:pt x="4097" y="50233"/>
                  </a:lnTo>
                  <a:lnTo>
                    <a:pt x="5606" y="52173"/>
                  </a:lnTo>
                  <a:lnTo>
                    <a:pt x="6684" y="54544"/>
                  </a:lnTo>
                  <a:lnTo>
                    <a:pt x="6684" y="54544"/>
                  </a:lnTo>
                  <a:lnTo>
                    <a:pt x="6468" y="54975"/>
                  </a:lnTo>
                  <a:lnTo>
                    <a:pt x="6468" y="55407"/>
                  </a:lnTo>
                  <a:lnTo>
                    <a:pt x="6253" y="55838"/>
                  </a:lnTo>
                  <a:lnTo>
                    <a:pt x="6253" y="56485"/>
                  </a:lnTo>
                  <a:lnTo>
                    <a:pt x="6253" y="56485"/>
                  </a:lnTo>
                  <a:lnTo>
                    <a:pt x="8409" y="57994"/>
                  </a:lnTo>
                  <a:lnTo>
                    <a:pt x="9702" y="58856"/>
                  </a:lnTo>
                  <a:lnTo>
                    <a:pt x="10996" y="59503"/>
                  </a:lnTo>
                  <a:lnTo>
                    <a:pt x="12505" y="60150"/>
                  </a:lnTo>
                  <a:lnTo>
                    <a:pt x="13798" y="60581"/>
                  </a:lnTo>
                  <a:lnTo>
                    <a:pt x="15523" y="60581"/>
                  </a:lnTo>
                  <a:lnTo>
                    <a:pt x="17032" y="60365"/>
                  </a:lnTo>
                  <a:lnTo>
                    <a:pt x="17032" y="60365"/>
                  </a:lnTo>
                  <a:lnTo>
                    <a:pt x="17894" y="60796"/>
                  </a:lnTo>
                  <a:lnTo>
                    <a:pt x="18541" y="61443"/>
                  </a:lnTo>
                  <a:lnTo>
                    <a:pt x="19188" y="62305"/>
                  </a:lnTo>
                  <a:lnTo>
                    <a:pt x="20050" y="62952"/>
                  </a:lnTo>
                  <a:lnTo>
                    <a:pt x="20050" y="62952"/>
                  </a:lnTo>
                  <a:lnTo>
                    <a:pt x="21775" y="63383"/>
                  </a:lnTo>
                  <a:lnTo>
                    <a:pt x="23715" y="64030"/>
                  </a:lnTo>
                  <a:lnTo>
                    <a:pt x="24362" y="64246"/>
                  </a:lnTo>
                  <a:lnTo>
                    <a:pt x="25009" y="64892"/>
                  </a:lnTo>
                  <a:lnTo>
                    <a:pt x="25440" y="65755"/>
                  </a:lnTo>
                  <a:lnTo>
                    <a:pt x="25440" y="66833"/>
                  </a:lnTo>
                  <a:lnTo>
                    <a:pt x="25440" y="66833"/>
                  </a:lnTo>
                  <a:lnTo>
                    <a:pt x="28027" y="68557"/>
                  </a:lnTo>
                  <a:lnTo>
                    <a:pt x="29536" y="69420"/>
                  </a:lnTo>
                  <a:lnTo>
                    <a:pt x="31045" y="70067"/>
                  </a:lnTo>
                  <a:lnTo>
                    <a:pt x="31045" y="70067"/>
                  </a:lnTo>
                  <a:lnTo>
                    <a:pt x="31476" y="68773"/>
                  </a:lnTo>
                  <a:lnTo>
                    <a:pt x="31907" y="68342"/>
                  </a:lnTo>
                  <a:lnTo>
                    <a:pt x="32554" y="68342"/>
                  </a:lnTo>
                  <a:lnTo>
                    <a:pt x="32554" y="68342"/>
                  </a:lnTo>
                  <a:lnTo>
                    <a:pt x="33416" y="69420"/>
                  </a:lnTo>
                  <a:lnTo>
                    <a:pt x="33848" y="70713"/>
                  </a:lnTo>
                  <a:lnTo>
                    <a:pt x="34063" y="72222"/>
                  </a:lnTo>
                  <a:lnTo>
                    <a:pt x="34063" y="73947"/>
                  </a:lnTo>
                  <a:lnTo>
                    <a:pt x="34063" y="73947"/>
                  </a:lnTo>
                  <a:lnTo>
                    <a:pt x="32985" y="75241"/>
                  </a:lnTo>
                  <a:lnTo>
                    <a:pt x="31692" y="76534"/>
                  </a:lnTo>
                  <a:lnTo>
                    <a:pt x="31261" y="77181"/>
                  </a:lnTo>
                  <a:lnTo>
                    <a:pt x="30829" y="77828"/>
                  </a:lnTo>
                  <a:lnTo>
                    <a:pt x="30398" y="78906"/>
                  </a:lnTo>
                  <a:lnTo>
                    <a:pt x="30398" y="79768"/>
                  </a:lnTo>
                  <a:lnTo>
                    <a:pt x="30398" y="79768"/>
                  </a:lnTo>
                  <a:lnTo>
                    <a:pt x="30398" y="80199"/>
                  </a:lnTo>
                  <a:lnTo>
                    <a:pt x="30614" y="80630"/>
                  </a:lnTo>
                  <a:lnTo>
                    <a:pt x="30829" y="80846"/>
                  </a:lnTo>
                  <a:lnTo>
                    <a:pt x="31045" y="81277"/>
                  </a:lnTo>
                  <a:lnTo>
                    <a:pt x="31045" y="81277"/>
                  </a:lnTo>
                  <a:lnTo>
                    <a:pt x="30614" y="81708"/>
                  </a:lnTo>
                  <a:lnTo>
                    <a:pt x="30183" y="81924"/>
                  </a:lnTo>
                  <a:lnTo>
                    <a:pt x="29967" y="82355"/>
                  </a:lnTo>
                  <a:lnTo>
                    <a:pt x="29751" y="83002"/>
                  </a:lnTo>
                  <a:lnTo>
                    <a:pt x="29751" y="83002"/>
                  </a:lnTo>
                  <a:lnTo>
                    <a:pt x="33201" y="88391"/>
                  </a:lnTo>
                  <a:lnTo>
                    <a:pt x="34926" y="90978"/>
                  </a:lnTo>
                  <a:lnTo>
                    <a:pt x="36219" y="93997"/>
                  </a:lnTo>
                  <a:lnTo>
                    <a:pt x="36219" y="93997"/>
                  </a:lnTo>
                  <a:lnTo>
                    <a:pt x="37297" y="94643"/>
                  </a:lnTo>
                  <a:lnTo>
                    <a:pt x="38159" y="95290"/>
                  </a:lnTo>
                  <a:lnTo>
                    <a:pt x="39884" y="95937"/>
                  </a:lnTo>
                  <a:lnTo>
                    <a:pt x="40746" y="96152"/>
                  </a:lnTo>
                  <a:lnTo>
                    <a:pt x="41609" y="96584"/>
                  </a:lnTo>
                  <a:lnTo>
                    <a:pt x="42255" y="97230"/>
                  </a:lnTo>
                  <a:lnTo>
                    <a:pt x="42902" y="98093"/>
                  </a:lnTo>
                  <a:lnTo>
                    <a:pt x="42902" y="98093"/>
                  </a:lnTo>
                  <a:lnTo>
                    <a:pt x="43333" y="99386"/>
                  </a:lnTo>
                  <a:lnTo>
                    <a:pt x="43549" y="100895"/>
                  </a:lnTo>
                  <a:lnTo>
                    <a:pt x="43549" y="104345"/>
                  </a:lnTo>
                  <a:lnTo>
                    <a:pt x="43333" y="108010"/>
                  </a:lnTo>
                  <a:lnTo>
                    <a:pt x="43333" y="109734"/>
                  </a:lnTo>
                  <a:lnTo>
                    <a:pt x="43765" y="111459"/>
                  </a:lnTo>
                  <a:lnTo>
                    <a:pt x="43765" y="111459"/>
                  </a:lnTo>
                  <a:lnTo>
                    <a:pt x="43980" y="113184"/>
                  </a:lnTo>
                  <a:lnTo>
                    <a:pt x="44411" y="115124"/>
                  </a:lnTo>
                  <a:lnTo>
                    <a:pt x="44411" y="117064"/>
                  </a:lnTo>
                  <a:lnTo>
                    <a:pt x="44196" y="117927"/>
                  </a:lnTo>
                  <a:lnTo>
                    <a:pt x="43980" y="118789"/>
                  </a:lnTo>
                  <a:lnTo>
                    <a:pt x="43980" y="118789"/>
                  </a:lnTo>
                  <a:lnTo>
                    <a:pt x="44411" y="119220"/>
                  </a:lnTo>
                  <a:lnTo>
                    <a:pt x="44627" y="120083"/>
                  </a:lnTo>
                  <a:lnTo>
                    <a:pt x="45058" y="121807"/>
                  </a:lnTo>
                  <a:lnTo>
                    <a:pt x="45274" y="123532"/>
                  </a:lnTo>
                  <a:lnTo>
                    <a:pt x="45705" y="124179"/>
                  </a:lnTo>
                  <a:lnTo>
                    <a:pt x="46352" y="124825"/>
                  </a:lnTo>
                  <a:lnTo>
                    <a:pt x="46352" y="124825"/>
                  </a:lnTo>
                  <a:lnTo>
                    <a:pt x="46352" y="123963"/>
                  </a:lnTo>
                  <a:lnTo>
                    <a:pt x="46352" y="123532"/>
                  </a:lnTo>
                  <a:lnTo>
                    <a:pt x="46567" y="123316"/>
                  </a:lnTo>
                  <a:lnTo>
                    <a:pt x="46567" y="123316"/>
                  </a:lnTo>
                  <a:lnTo>
                    <a:pt x="46998" y="124179"/>
                  </a:lnTo>
                  <a:lnTo>
                    <a:pt x="46998" y="125472"/>
                  </a:lnTo>
                  <a:lnTo>
                    <a:pt x="46998" y="125472"/>
                  </a:lnTo>
                  <a:lnTo>
                    <a:pt x="46783" y="125688"/>
                  </a:lnTo>
                  <a:lnTo>
                    <a:pt x="46567" y="125688"/>
                  </a:lnTo>
                  <a:lnTo>
                    <a:pt x="46136" y="125688"/>
                  </a:lnTo>
                  <a:lnTo>
                    <a:pt x="46136" y="125903"/>
                  </a:lnTo>
                  <a:lnTo>
                    <a:pt x="46136" y="125903"/>
                  </a:lnTo>
                  <a:lnTo>
                    <a:pt x="46352" y="126981"/>
                  </a:lnTo>
                  <a:lnTo>
                    <a:pt x="46352" y="128275"/>
                  </a:lnTo>
                  <a:lnTo>
                    <a:pt x="46352" y="128275"/>
                  </a:lnTo>
                  <a:lnTo>
                    <a:pt x="46567" y="128490"/>
                  </a:lnTo>
                  <a:lnTo>
                    <a:pt x="46998" y="128706"/>
                  </a:lnTo>
                  <a:lnTo>
                    <a:pt x="47214" y="128922"/>
                  </a:lnTo>
                  <a:lnTo>
                    <a:pt x="47430" y="129137"/>
                  </a:lnTo>
                  <a:lnTo>
                    <a:pt x="47430" y="129137"/>
                  </a:lnTo>
                  <a:lnTo>
                    <a:pt x="47214" y="129784"/>
                  </a:lnTo>
                  <a:lnTo>
                    <a:pt x="46998" y="130215"/>
                  </a:lnTo>
                  <a:lnTo>
                    <a:pt x="46998" y="130215"/>
                  </a:lnTo>
                  <a:lnTo>
                    <a:pt x="47430" y="131293"/>
                  </a:lnTo>
                  <a:lnTo>
                    <a:pt x="48076" y="131940"/>
                  </a:lnTo>
                  <a:lnTo>
                    <a:pt x="48723" y="132802"/>
                  </a:lnTo>
                  <a:lnTo>
                    <a:pt x="49370" y="133880"/>
                  </a:lnTo>
                  <a:lnTo>
                    <a:pt x="49370" y="133880"/>
                  </a:lnTo>
                  <a:lnTo>
                    <a:pt x="50017" y="134096"/>
                  </a:lnTo>
                  <a:lnTo>
                    <a:pt x="50663" y="134742"/>
                  </a:lnTo>
                  <a:lnTo>
                    <a:pt x="51741" y="135820"/>
                  </a:lnTo>
                  <a:lnTo>
                    <a:pt x="51741" y="135820"/>
                  </a:lnTo>
                  <a:lnTo>
                    <a:pt x="52819" y="136036"/>
                  </a:lnTo>
                  <a:lnTo>
                    <a:pt x="53682" y="136467"/>
                  </a:lnTo>
                  <a:lnTo>
                    <a:pt x="55837" y="137329"/>
                  </a:lnTo>
                  <a:lnTo>
                    <a:pt x="56700" y="137545"/>
                  </a:lnTo>
                  <a:lnTo>
                    <a:pt x="57778" y="137761"/>
                  </a:lnTo>
                  <a:lnTo>
                    <a:pt x="58640" y="137545"/>
                  </a:lnTo>
                  <a:lnTo>
                    <a:pt x="59502" y="136898"/>
                  </a:lnTo>
                  <a:lnTo>
                    <a:pt x="59502" y="136898"/>
                  </a:lnTo>
                  <a:lnTo>
                    <a:pt x="56484" y="134958"/>
                  </a:lnTo>
                  <a:lnTo>
                    <a:pt x="55191" y="133880"/>
                  </a:lnTo>
                  <a:lnTo>
                    <a:pt x="54759" y="133233"/>
                  </a:lnTo>
                  <a:lnTo>
                    <a:pt x="54328" y="132371"/>
                  </a:lnTo>
                  <a:lnTo>
                    <a:pt x="54328" y="132371"/>
                  </a:lnTo>
                  <a:lnTo>
                    <a:pt x="54975" y="131724"/>
                  </a:lnTo>
                  <a:lnTo>
                    <a:pt x="55191" y="130862"/>
                  </a:lnTo>
                  <a:lnTo>
                    <a:pt x="56053" y="129137"/>
                  </a:lnTo>
                  <a:lnTo>
                    <a:pt x="56053" y="129137"/>
                  </a:lnTo>
                  <a:lnTo>
                    <a:pt x="55406" y="128706"/>
                  </a:lnTo>
                  <a:lnTo>
                    <a:pt x="54759" y="128490"/>
                  </a:lnTo>
                  <a:lnTo>
                    <a:pt x="54113" y="128275"/>
                  </a:lnTo>
                  <a:lnTo>
                    <a:pt x="53897" y="127844"/>
                  </a:lnTo>
                  <a:lnTo>
                    <a:pt x="53682" y="127628"/>
                  </a:lnTo>
                  <a:lnTo>
                    <a:pt x="53682" y="127628"/>
                  </a:lnTo>
                  <a:lnTo>
                    <a:pt x="54328" y="126766"/>
                  </a:lnTo>
                  <a:lnTo>
                    <a:pt x="54759" y="125688"/>
                  </a:lnTo>
                  <a:lnTo>
                    <a:pt x="55622" y="123532"/>
                  </a:lnTo>
                  <a:lnTo>
                    <a:pt x="55622" y="123532"/>
                  </a:lnTo>
                  <a:lnTo>
                    <a:pt x="54975" y="123532"/>
                  </a:lnTo>
                  <a:lnTo>
                    <a:pt x="54544" y="123316"/>
                  </a:lnTo>
                  <a:lnTo>
                    <a:pt x="54113" y="122885"/>
                  </a:lnTo>
                  <a:lnTo>
                    <a:pt x="53897" y="122454"/>
                  </a:lnTo>
                  <a:lnTo>
                    <a:pt x="53897" y="122454"/>
                  </a:lnTo>
                  <a:lnTo>
                    <a:pt x="54759" y="122454"/>
                  </a:lnTo>
                  <a:lnTo>
                    <a:pt x="54759" y="122454"/>
                  </a:lnTo>
                  <a:lnTo>
                    <a:pt x="55622" y="122454"/>
                  </a:lnTo>
                  <a:lnTo>
                    <a:pt x="56269" y="122238"/>
                  </a:lnTo>
                  <a:lnTo>
                    <a:pt x="56269" y="122238"/>
                  </a:lnTo>
                  <a:lnTo>
                    <a:pt x="56269" y="120945"/>
                  </a:lnTo>
                  <a:lnTo>
                    <a:pt x="56269" y="120514"/>
                  </a:lnTo>
                  <a:lnTo>
                    <a:pt x="56484" y="120083"/>
                  </a:lnTo>
                  <a:lnTo>
                    <a:pt x="56484" y="120083"/>
                  </a:lnTo>
                  <a:lnTo>
                    <a:pt x="57993" y="120083"/>
                  </a:lnTo>
                  <a:lnTo>
                    <a:pt x="59071" y="119867"/>
                  </a:lnTo>
                  <a:lnTo>
                    <a:pt x="59934" y="119220"/>
                  </a:lnTo>
                  <a:lnTo>
                    <a:pt x="60149" y="118573"/>
                  </a:lnTo>
                  <a:lnTo>
                    <a:pt x="60365" y="117496"/>
                  </a:lnTo>
                  <a:lnTo>
                    <a:pt x="60149" y="116633"/>
                  </a:lnTo>
                  <a:lnTo>
                    <a:pt x="59718" y="115986"/>
                  </a:lnTo>
                  <a:lnTo>
                    <a:pt x="59071" y="115340"/>
                  </a:lnTo>
                  <a:lnTo>
                    <a:pt x="59071" y="115340"/>
                  </a:lnTo>
                  <a:lnTo>
                    <a:pt x="59718" y="115340"/>
                  </a:lnTo>
                  <a:lnTo>
                    <a:pt x="60365" y="115555"/>
                  </a:lnTo>
                  <a:lnTo>
                    <a:pt x="61227" y="115771"/>
                  </a:lnTo>
                  <a:lnTo>
                    <a:pt x="62089" y="115771"/>
                  </a:lnTo>
                  <a:lnTo>
                    <a:pt x="62089" y="115771"/>
                  </a:lnTo>
                  <a:lnTo>
                    <a:pt x="62521" y="115555"/>
                  </a:lnTo>
                  <a:lnTo>
                    <a:pt x="62952" y="115124"/>
                  </a:lnTo>
                  <a:lnTo>
                    <a:pt x="63383" y="114046"/>
                  </a:lnTo>
                  <a:lnTo>
                    <a:pt x="63814" y="112968"/>
                  </a:lnTo>
                  <a:lnTo>
                    <a:pt x="64245" y="111459"/>
                  </a:lnTo>
                  <a:lnTo>
                    <a:pt x="64245" y="111459"/>
                  </a:lnTo>
                  <a:lnTo>
                    <a:pt x="65323" y="110381"/>
                  </a:lnTo>
                  <a:lnTo>
                    <a:pt x="66401" y="109088"/>
                  </a:lnTo>
                  <a:lnTo>
                    <a:pt x="66832" y="108441"/>
                  </a:lnTo>
                  <a:lnTo>
                    <a:pt x="67048" y="107579"/>
                  </a:lnTo>
                  <a:lnTo>
                    <a:pt x="67048" y="106716"/>
                  </a:lnTo>
                  <a:lnTo>
                    <a:pt x="66617" y="105638"/>
                  </a:lnTo>
                  <a:lnTo>
                    <a:pt x="66617" y="105638"/>
                  </a:lnTo>
                  <a:lnTo>
                    <a:pt x="67910" y="104560"/>
                  </a:lnTo>
                  <a:lnTo>
                    <a:pt x="69204" y="103698"/>
                  </a:lnTo>
                  <a:lnTo>
                    <a:pt x="70928" y="103051"/>
                  </a:lnTo>
                  <a:lnTo>
                    <a:pt x="72869" y="102836"/>
                  </a:lnTo>
                  <a:lnTo>
                    <a:pt x="72869" y="102836"/>
                  </a:lnTo>
                  <a:lnTo>
                    <a:pt x="74162" y="100680"/>
                  </a:lnTo>
                  <a:lnTo>
                    <a:pt x="75025" y="98308"/>
                  </a:lnTo>
                  <a:lnTo>
                    <a:pt x="75456" y="97015"/>
                  </a:lnTo>
                  <a:lnTo>
                    <a:pt x="75456" y="95721"/>
                  </a:lnTo>
                  <a:lnTo>
                    <a:pt x="75671" y="94212"/>
                  </a:lnTo>
                  <a:lnTo>
                    <a:pt x="75456" y="92488"/>
                  </a:lnTo>
                  <a:lnTo>
                    <a:pt x="75456" y="92488"/>
                  </a:lnTo>
                  <a:lnTo>
                    <a:pt x="76102" y="91625"/>
                  </a:lnTo>
                  <a:lnTo>
                    <a:pt x="76965" y="90547"/>
                  </a:lnTo>
                  <a:lnTo>
                    <a:pt x="78474" y="88391"/>
                  </a:lnTo>
                  <a:lnTo>
                    <a:pt x="79121" y="87313"/>
                  </a:lnTo>
                  <a:lnTo>
                    <a:pt x="79552" y="86020"/>
                  </a:lnTo>
                  <a:lnTo>
                    <a:pt x="79336" y="84726"/>
                  </a:lnTo>
                  <a:lnTo>
                    <a:pt x="78689" y="83217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91;p14"/>
            <p:cNvSpPr/>
            <p:nvPr/>
          </p:nvSpPr>
          <p:spPr>
            <a:xfrm>
              <a:off x="3268325" y="1472350"/>
              <a:ext cx="10800" cy="5400"/>
            </a:xfrm>
            <a:custGeom>
              <a:avLst/>
              <a:gdLst/>
              <a:ahLst/>
              <a:cxnLst/>
              <a:rect l="l" t="t" r="r" b="b"/>
              <a:pathLst>
                <a:path w="432" h="216" fill="none" extrusionOk="0">
                  <a:moveTo>
                    <a:pt x="431" y="0"/>
                  </a:moveTo>
                  <a:lnTo>
                    <a:pt x="431" y="0"/>
                  </a:lnTo>
                  <a:lnTo>
                    <a:pt x="216" y="216"/>
                  </a:lnTo>
                  <a:lnTo>
                    <a:pt x="0" y="216"/>
                  </a:lnTo>
                  <a:lnTo>
                    <a:pt x="0" y="216"/>
                  </a:lnTo>
                  <a:lnTo>
                    <a:pt x="216" y="0"/>
                  </a:lnTo>
                  <a:lnTo>
                    <a:pt x="43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92;p14"/>
            <p:cNvSpPr/>
            <p:nvPr/>
          </p:nvSpPr>
          <p:spPr>
            <a:xfrm>
              <a:off x="3866575" y="238125"/>
              <a:ext cx="2182825" cy="1395925"/>
            </a:xfrm>
            <a:custGeom>
              <a:avLst/>
              <a:gdLst/>
              <a:ahLst/>
              <a:cxnLst/>
              <a:rect l="l" t="t" r="r" b="b"/>
              <a:pathLst>
                <a:path w="87313" h="55837" extrusionOk="0">
                  <a:moveTo>
                    <a:pt x="0" y="0"/>
                  </a:moveTo>
                  <a:lnTo>
                    <a:pt x="0" y="10779"/>
                  </a:lnTo>
                  <a:lnTo>
                    <a:pt x="6252" y="10995"/>
                  </a:lnTo>
                  <a:lnTo>
                    <a:pt x="12289" y="11857"/>
                  </a:lnTo>
                  <a:lnTo>
                    <a:pt x="18109" y="12935"/>
                  </a:lnTo>
                  <a:lnTo>
                    <a:pt x="23930" y="14444"/>
                  </a:lnTo>
                  <a:lnTo>
                    <a:pt x="29535" y="16169"/>
                  </a:lnTo>
                  <a:lnTo>
                    <a:pt x="34925" y="18325"/>
                  </a:lnTo>
                  <a:lnTo>
                    <a:pt x="40315" y="20912"/>
                  </a:lnTo>
                  <a:lnTo>
                    <a:pt x="45273" y="23715"/>
                  </a:lnTo>
                  <a:lnTo>
                    <a:pt x="50232" y="26733"/>
                  </a:lnTo>
                  <a:lnTo>
                    <a:pt x="54975" y="30182"/>
                  </a:lnTo>
                  <a:lnTo>
                    <a:pt x="59502" y="33847"/>
                  </a:lnTo>
                  <a:lnTo>
                    <a:pt x="63598" y="37728"/>
                  </a:lnTo>
                  <a:lnTo>
                    <a:pt x="67694" y="41824"/>
                  </a:lnTo>
                  <a:lnTo>
                    <a:pt x="71359" y="46351"/>
                  </a:lnTo>
                  <a:lnTo>
                    <a:pt x="74808" y="50878"/>
                  </a:lnTo>
                  <a:lnTo>
                    <a:pt x="78042" y="55837"/>
                  </a:lnTo>
                  <a:lnTo>
                    <a:pt x="87312" y="50447"/>
                  </a:lnTo>
                  <a:lnTo>
                    <a:pt x="83863" y="44842"/>
                  </a:lnTo>
                  <a:lnTo>
                    <a:pt x="79982" y="39668"/>
                  </a:lnTo>
                  <a:lnTo>
                    <a:pt x="75886" y="34709"/>
                  </a:lnTo>
                  <a:lnTo>
                    <a:pt x="71359" y="30182"/>
                  </a:lnTo>
                  <a:lnTo>
                    <a:pt x="66616" y="25655"/>
                  </a:lnTo>
                  <a:lnTo>
                    <a:pt x="61658" y="21559"/>
                  </a:lnTo>
                  <a:lnTo>
                    <a:pt x="56268" y="17894"/>
                  </a:lnTo>
                  <a:lnTo>
                    <a:pt x="50878" y="14444"/>
                  </a:lnTo>
                  <a:lnTo>
                    <a:pt x="45058" y="11210"/>
                  </a:lnTo>
                  <a:lnTo>
                    <a:pt x="39237" y="8408"/>
                  </a:lnTo>
                  <a:lnTo>
                    <a:pt x="32985" y="6036"/>
                  </a:lnTo>
                  <a:lnTo>
                    <a:pt x="26733" y="4096"/>
                  </a:lnTo>
                  <a:lnTo>
                    <a:pt x="20265" y="2371"/>
                  </a:lnTo>
                  <a:lnTo>
                    <a:pt x="13798" y="1078"/>
                  </a:lnTo>
                  <a:lnTo>
                    <a:pt x="6899" y="4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93;p14"/>
            <p:cNvSpPr/>
            <p:nvPr/>
          </p:nvSpPr>
          <p:spPr>
            <a:xfrm>
              <a:off x="5876900" y="1596300"/>
              <a:ext cx="555150" cy="2522400"/>
            </a:xfrm>
            <a:custGeom>
              <a:avLst/>
              <a:gdLst/>
              <a:ahLst/>
              <a:cxnLst/>
              <a:rect l="l" t="t" r="r" b="b"/>
              <a:pathLst>
                <a:path w="22206" h="100896" extrusionOk="0">
                  <a:moveTo>
                    <a:pt x="9271" y="1"/>
                  </a:moveTo>
                  <a:lnTo>
                    <a:pt x="1" y="5390"/>
                  </a:lnTo>
                  <a:lnTo>
                    <a:pt x="2588" y="10565"/>
                  </a:lnTo>
                  <a:lnTo>
                    <a:pt x="4744" y="15739"/>
                  </a:lnTo>
                  <a:lnTo>
                    <a:pt x="6684" y="21344"/>
                  </a:lnTo>
                  <a:lnTo>
                    <a:pt x="8409" y="26949"/>
                  </a:lnTo>
                  <a:lnTo>
                    <a:pt x="9702" y="32554"/>
                  </a:lnTo>
                  <a:lnTo>
                    <a:pt x="10564" y="38375"/>
                  </a:lnTo>
                  <a:lnTo>
                    <a:pt x="11211" y="44412"/>
                  </a:lnTo>
                  <a:lnTo>
                    <a:pt x="11427" y="50448"/>
                  </a:lnTo>
                  <a:lnTo>
                    <a:pt x="11211" y="56484"/>
                  </a:lnTo>
                  <a:lnTo>
                    <a:pt x="10564" y="62521"/>
                  </a:lnTo>
                  <a:lnTo>
                    <a:pt x="9702" y="68342"/>
                  </a:lnTo>
                  <a:lnTo>
                    <a:pt x="8409" y="74163"/>
                  </a:lnTo>
                  <a:lnTo>
                    <a:pt x="6684" y="79552"/>
                  </a:lnTo>
                  <a:lnTo>
                    <a:pt x="4744" y="85157"/>
                  </a:lnTo>
                  <a:lnTo>
                    <a:pt x="2588" y="90331"/>
                  </a:lnTo>
                  <a:lnTo>
                    <a:pt x="1" y="95506"/>
                  </a:lnTo>
                  <a:lnTo>
                    <a:pt x="9271" y="100895"/>
                  </a:lnTo>
                  <a:lnTo>
                    <a:pt x="12289" y="95074"/>
                  </a:lnTo>
                  <a:lnTo>
                    <a:pt x="14876" y="89254"/>
                  </a:lnTo>
                  <a:lnTo>
                    <a:pt x="17032" y="83217"/>
                  </a:lnTo>
                  <a:lnTo>
                    <a:pt x="18757" y="76965"/>
                  </a:lnTo>
                  <a:lnTo>
                    <a:pt x="20266" y="70498"/>
                  </a:lnTo>
                  <a:lnTo>
                    <a:pt x="21344" y="64030"/>
                  </a:lnTo>
                  <a:lnTo>
                    <a:pt x="21990" y="57347"/>
                  </a:lnTo>
                  <a:lnTo>
                    <a:pt x="22206" y="50448"/>
                  </a:lnTo>
                  <a:lnTo>
                    <a:pt x="21990" y="43765"/>
                  </a:lnTo>
                  <a:lnTo>
                    <a:pt x="21344" y="37082"/>
                  </a:lnTo>
                  <a:lnTo>
                    <a:pt x="20266" y="30398"/>
                  </a:lnTo>
                  <a:lnTo>
                    <a:pt x="18757" y="23931"/>
                  </a:lnTo>
                  <a:lnTo>
                    <a:pt x="17032" y="17679"/>
                  </a:lnTo>
                  <a:lnTo>
                    <a:pt x="14876" y="11642"/>
                  </a:lnTo>
                  <a:lnTo>
                    <a:pt x="12289" y="5822"/>
                  </a:lnTo>
                  <a:lnTo>
                    <a:pt x="927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14"/>
            <p:cNvSpPr/>
            <p:nvPr/>
          </p:nvSpPr>
          <p:spPr>
            <a:xfrm>
              <a:off x="1187925" y="1596300"/>
              <a:ext cx="560525" cy="2522400"/>
            </a:xfrm>
            <a:custGeom>
              <a:avLst/>
              <a:gdLst/>
              <a:ahLst/>
              <a:cxnLst/>
              <a:rect l="l" t="t" r="r" b="b"/>
              <a:pathLst>
                <a:path w="22421" h="100896" extrusionOk="0">
                  <a:moveTo>
                    <a:pt x="12935" y="1"/>
                  </a:moveTo>
                  <a:lnTo>
                    <a:pt x="10133" y="5822"/>
                  </a:lnTo>
                  <a:lnTo>
                    <a:pt x="7546" y="11642"/>
                  </a:lnTo>
                  <a:lnTo>
                    <a:pt x="5174" y="17679"/>
                  </a:lnTo>
                  <a:lnTo>
                    <a:pt x="3449" y="23931"/>
                  </a:lnTo>
                  <a:lnTo>
                    <a:pt x="1940" y="30398"/>
                  </a:lnTo>
                  <a:lnTo>
                    <a:pt x="862" y="37082"/>
                  </a:lnTo>
                  <a:lnTo>
                    <a:pt x="216" y="43765"/>
                  </a:lnTo>
                  <a:lnTo>
                    <a:pt x="0" y="50448"/>
                  </a:lnTo>
                  <a:lnTo>
                    <a:pt x="216" y="57347"/>
                  </a:lnTo>
                  <a:lnTo>
                    <a:pt x="862" y="64030"/>
                  </a:lnTo>
                  <a:lnTo>
                    <a:pt x="1940" y="70498"/>
                  </a:lnTo>
                  <a:lnTo>
                    <a:pt x="3449" y="76965"/>
                  </a:lnTo>
                  <a:lnTo>
                    <a:pt x="5174" y="83217"/>
                  </a:lnTo>
                  <a:lnTo>
                    <a:pt x="7546" y="89254"/>
                  </a:lnTo>
                  <a:lnTo>
                    <a:pt x="10133" y="95074"/>
                  </a:lnTo>
                  <a:lnTo>
                    <a:pt x="12935" y="100895"/>
                  </a:lnTo>
                  <a:lnTo>
                    <a:pt x="22421" y="95506"/>
                  </a:lnTo>
                  <a:lnTo>
                    <a:pt x="19834" y="90331"/>
                  </a:lnTo>
                  <a:lnTo>
                    <a:pt x="17462" y="85157"/>
                  </a:lnTo>
                  <a:lnTo>
                    <a:pt x="15522" y="79552"/>
                  </a:lnTo>
                  <a:lnTo>
                    <a:pt x="13797" y="74163"/>
                  </a:lnTo>
                  <a:lnTo>
                    <a:pt x="12504" y="68342"/>
                  </a:lnTo>
                  <a:lnTo>
                    <a:pt x="11642" y="62521"/>
                  </a:lnTo>
                  <a:lnTo>
                    <a:pt x="10995" y="56484"/>
                  </a:lnTo>
                  <a:lnTo>
                    <a:pt x="10779" y="50448"/>
                  </a:lnTo>
                  <a:lnTo>
                    <a:pt x="10995" y="44412"/>
                  </a:lnTo>
                  <a:lnTo>
                    <a:pt x="11642" y="38375"/>
                  </a:lnTo>
                  <a:lnTo>
                    <a:pt x="12504" y="32554"/>
                  </a:lnTo>
                  <a:lnTo>
                    <a:pt x="13797" y="26949"/>
                  </a:lnTo>
                  <a:lnTo>
                    <a:pt x="15522" y="21344"/>
                  </a:lnTo>
                  <a:lnTo>
                    <a:pt x="17462" y="15739"/>
                  </a:lnTo>
                  <a:lnTo>
                    <a:pt x="19834" y="10565"/>
                  </a:lnTo>
                  <a:lnTo>
                    <a:pt x="22421" y="5390"/>
                  </a:lnTo>
                  <a:lnTo>
                    <a:pt x="1293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95;p14"/>
            <p:cNvSpPr/>
            <p:nvPr/>
          </p:nvSpPr>
          <p:spPr>
            <a:xfrm>
              <a:off x="1570575" y="4080950"/>
              <a:ext cx="2182825" cy="1395925"/>
            </a:xfrm>
            <a:custGeom>
              <a:avLst/>
              <a:gdLst/>
              <a:ahLst/>
              <a:cxnLst/>
              <a:rect l="l" t="t" r="r" b="b"/>
              <a:pathLst>
                <a:path w="87313" h="55837" extrusionOk="0">
                  <a:moveTo>
                    <a:pt x="9271" y="0"/>
                  </a:moveTo>
                  <a:lnTo>
                    <a:pt x="1" y="5390"/>
                  </a:lnTo>
                  <a:lnTo>
                    <a:pt x="3450" y="10995"/>
                  </a:lnTo>
                  <a:lnTo>
                    <a:pt x="7331" y="16169"/>
                  </a:lnTo>
                  <a:lnTo>
                    <a:pt x="11642" y="21128"/>
                  </a:lnTo>
                  <a:lnTo>
                    <a:pt x="15954" y="25655"/>
                  </a:lnTo>
                  <a:lnTo>
                    <a:pt x="20697" y="30182"/>
                  </a:lnTo>
                  <a:lnTo>
                    <a:pt x="25871" y="34278"/>
                  </a:lnTo>
                  <a:lnTo>
                    <a:pt x="31045" y="37943"/>
                  </a:lnTo>
                  <a:lnTo>
                    <a:pt x="36650" y="41393"/>
                  </a:lnTo>
                  <a:lnTo>
                    <a:pt x="42255" y="44627"/>
                  </a:lnTo>
                  <a:lnTo>
                    <a:pt x="48292" y="47429"/>
                  </a:lnTo>
                  <a:lnTo>
                    <a:pt x="54328" y="49801"/>
                  </a:lnTo>
                  <a:lnTo>
                    <a:pt x="60580" y="51741"/>
                  </a:lnTo>
                  <a:lnTo>
                    <a:pt x="67048" y="53466"/>
                  </a:lnTo>
                  <a:lnTo>
                    <a:pt x="73731" y="54759"/>
                  </a:lnTo>
                  <a:lnTo>
                    <a:pt x="80414" y="55621"/>
                  </a:lnTo>
                  <a:lnTo>
                    <a:pt x="87313" y="55837"/>
                  </a:lnTo>
                  <a:lnTo>
                    <a:pt x="87313" y="45058"/>
                  </a:lnTo>
                  <a:lnTo>
                    <a:pt x="81276" y="44842"/>
                  </a:lnTo>
                  <a:lnTo>
                    <a:pt x="75240" y="43980"/>
                  </a:lnTo>
                  <a:lnTo>
                    <a:pt x="69204" y="42902"/>
                  </a:lnTo>
                  <a:lnTo>
                    <a:pt x="63383" y="41393"/>
                  </a:lnTo>
                  <a:lnTo>
                    <a:pt x="57778" y="39668"/>
                  </a:lnTo>
                  <a:lnTo>
                    <a:pt x="52388" y="37512"/>
                  </a:lnTo>
                  <a:lnTo>
                    <a:pt x="47214" y="34925"/>
                  </a:lnTo>
                  <a:lnTo>
                    <a:pt x="42040" y="32123"/>
                  </a:lnTo>
                  <a:lnTo>
                    <a:pt x="37081" y="29104"/>
                  </a:lnTo>
                  <a:lnTo>
                    <a:pt x="32338" y="25655"/>
                  </a:lnTo>
                  <a:lnTo>
                    <a:pt x="28027" y="21990"/>
                  </a:lnTo>
                  <a:lnTo>
                    <a:pt x="23715" y="18109"/>
                  </a:lnTo>
                  <a:lnTo>
                    <a:pt x="19619" y="14013"/>
                  </a:lnTo>
                  <a:lnTo>
                    <a:pt x="15954" y="9486"/>
                  </a:lnTo>
                  <a:lnTo>
                    <a:pt x="12505" y="4959"/>
                  </a:lnTo>
                  <a:lnTo>
                    <a:pt x="927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96;p14"/>
            <p:cNvSpPr/>
            <p:nvPr/>
          </p:nvSpPr>
          <p:spPr>
            <a:xfrm>
              <a:off x="1570575" y="238125"/>
              <a:ext cx="2182825" cy="1395925"/>
            </a:xfrm>
            <a:custGeom>
              <a:avLst/>
              <a:gdLst/>
              <a:ahLst/>
              <a:cxnLst/>
              <a:rect l="l" t="t" r="r" b="b"/>
              <a:pathLst>
                <a:path w="87313" h="55837" extrusionOk="0">
                  <a:moveTo>
                    <a:pt x="87313" y="0"/>
                  </a:moveTo>
                  <a:lnTo>
                    <a:pt x="80414" y="431"/>
                  </a:lnTo>
                  <a:lnTo>
                    <a:pt x="73731" y="1078"/>
                  </a:lnTo>
                  <a:lnTo>
                    <a:pt x="67048" y="2371"/>
                  </a:lnTo>
                  <a:lnTo>
                    <a:pt x="60580" y="4096"/>
                  </a:lnTo>
                  <a:lnTo>
                    <a:pt x="54328" y="6036"/>
                  </a:lnTo>
                  <a:lnTo>
                    <a:pt x="48292" y="8408"/>
                  </a:lnTo>
                  <a:lnTo>
                    <a:pt x="42255" y="11210"/>
                  </a:lnTo>
                  <a:lnTo>
                    <a:pt x="36650" y="14444"/>
                  </a:lnTo>
                  <a:lnTo>
                    <a:pt x="31045" y="17894"/>
                  </a:lnTo>
                  <a:lnTo>
                    <a:pt x="25871" y="21559"/>
                  </a:lnTo>
                  <a:lnTo>
                    <a:pt x="20697" y="25655"/>
                  </a:lnTo>
                  <a:lnTo>
                    <a:pt x="15954" y="30182"/>
                  </a:lnTo>
                  <a:lnTo>
                    <a:pt x="11642" y="34709"/>
                  </a:lnTo>
                  <a:lnTo>
                    <a:pt x="7331" y="39668"/>
                  </a:lnTo>
                  <a:lnTo>
                    <a:pt x="3450" y="44842"/>
                  </a:lnTo>
                  <a:lnTo>
                    <a:pt x="1" y="50447"/>
                  </a:lnTo>
                  <a:lnTo>
                    <a:pt x="9271" y="55837"/>
                  </a:lnTo>
                  <a:lnTo>
                    <a:pt x="12505" y="50878"/>
                  </a:lnTo>
                  <a:lnTo>
                    <a:pt x="15954" y="46351"/>
                  </a:lnTo>
                  <a:lnTo>
                    <a:pt x="19619" y="41824"/>
                  </a:lnTo>
                  <a:lnTo>
                    <a:pt x="23715" y="37728"/>
                  </a:lnTo>
                  <a:lnTo>
                    <a:pt x="28027" y="33847"/>
                  </a:lnTo>
                  <a:lnTo>
                    <a:pt x="32338" y="30182"/>
                  </a:lnTo>
                  <a:lnTo>
                    <a:pt x="37081" y="26733"/>
                  </a:lnTo>
                  <a:lnTo>
                    <a:pt x="42040" y="23715"/>
                  </a:lnTo>
                  <a:lnTo>
                    <a:pt x="47214" y="20912"/>
                  </a:lnTo>
                  <a:lnTo>
                    <a:pt x="52388" y="18325"/>
                  </a:lnTo>
                  <a:lnTo>
                    <a:pt x="57778" y="16169"/>
                  </a:lnTo>
                  <a:lnTo>
                    <a:pt x="63383" y="14444"/>
                  </a:lnTo>
                  <a:lnTo>
                    <a:pt x="69204" y="12935"/>
                  </a:lnTo>
                  <a:lnTo>
                    <a:pt x="75240" y="11857"/>
                  </a:lnTo>
                  <a:lnTo>
                    <a:pt x="81276" y="10995"/>
                  </a:lnTo>
                  <a:lnTo>
                    <a:pt x="87313" y="10779"/>
                  </a:lnTo>
                  <a:lnTo>
                    <a:pt x="8731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97;p14"/>
            <p:cNvSpPr/>
            <p:nvPr/>
          </p:nvSpPr>
          <p:spPr>
            <a:xfrm>
              <a:off x="3866575" y="4080950"/>
              <a:ext cx="2182825" cy="1395925"/>
            </a:xfrm>
            <a:custGeom>
              <a:avLst/>
              <a:gdLst/>
              <a:ahLst/>
              <a:cxnLst/>
              <a:rect l="l" t="t" r="r" b="b"/>
              <a:pathLst>
                <a:path w="87313" h="55837" extrusionOk="0">
                  <a:moveTo>
                    <a:pt x="78042" y="0"/>
                  </a:moveTo>
                  <a:lnTo>
                    <a:pt x="74808" y="4959"/>
                  </a:lnTo>
                  <a:lnTo>
                    <a:pt x="71359" y="9486"/>
                  </a:lnTo>
                  <a:lnTo>
                    <a:pt x="67694" y="14013"/>
                  </a:lnTo>
                  <a:lnTo>
                    <a:pt x="63598" y="18109"/>
                  </a:lnTo>
                  <a:lnTo>
                    <a:pt x="59502" y="21990"/>
                  </a:lnTo>
                  <a:lnTo>
                    <a:pt x="54975" y="25655"/>
                  </a:lnTo>
                  <a:lnTo>
                    <a:pt x="50232" y="29104"/>
                  </a:lnTo>
                  <a:lnTo>
                    <a:pt x="45273" y="32123"/>
                  </a:lnTo>
                  <a:lnTo>
                    <a:pt x="40315" y="34925"/>
                  </a:lnTo>
                  <a:lnTo>
                    <a:pt x="34925" y="37512"/>
                  </a:lnTo>
                  <a:lnTo>
                    <a:pt x="29535" y="39668"/>
                  </a:lnTo>
                  <a:lnTo>
                    <a:pt x="23930" y="41393"/>
                  </a:lnTo>
                  <a:lnTo>
                    <a:pt x="18109" y="42902"/>
                  </a:lnTo>
                  <a:lnTo>
                    <a:pt x="12289" y="43980"/>
                  </a:lnTo>
                  <a:lnTo>
                    <a:pt x="6252" y="44842"/>
                  </a:lnTo>
                  <a:lnTo>
                    <a:pt x="0" y="45058"/>
                  </a:lnTo>
                  <a:lnTo>
                    <a:pt x="0" y="55837"/>
                  </a:lnTo>
                  <a:lnTo>
                    <a:pt x="6899" y="55621"/>
                  </a:lnTo>
                  <a:lnTo>
                    <a:pt x="13798" y="54759"/>
                  </a:lnTo>
                  <a:lnTo>
                    <a:pt x="20265" y="53466"/>
                  </a:lnTo>
                  <a:lnTo>
                    <a:pt x="26733" y="51741"/>
                  </a:lnTo>
                  <a:lnTo>
                    <a:pt x="32985" y="49801"/>
                  </a:lnTo>
                  <a:lnTo>
                    <a:pt x="39237" y="47429"/>
                  </a:lnTo>
                  <a:lnTo>
                    <a:pt x="45058" y="44627"/>
                  </a:lnTo>
                  <a:lnTo>
                    <a:pt x="50878" y="41393"/>
                  </a:lnTo>
                  <a:lnTo>
                    <a:pt x="56268" y="37943"/>
                  </a:lnTo>
                  <a:lnTo>
                    <a:pt x="61658" y="34278"/>
                  </a:lnTo>
                  <a:lnTo>
                    <a:pt x="66616" y="30182"/>
                  </a:lnTo>
                  <a:lnTo>
                    <a:pt x="71359" y="25655"/>
                  </a:lnTo>
                  <a:lnTo>
                    <a:pt x="75886" y="21128"/>
                  </a:lnTo>
                  <a:lnTo>
                    <a:pt x="79982" y="16169"/>
                  </a:lnTo>
                  <a:lnTo>
                    <a:pt x="83863" y="10995"/>
                  </a:lnTo>
                  <a:lnTo>
                    <a:pt x="87312" y="5390"/>
                  </a:lnTo>
                  <a:lnTo>
                    <a:pt x="7804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9" name="Google Shape;69;p14"/>
          <p:cNvSpPr/>
          <p:nvPr/>
        </p:nvSpPr>
        <p:spPr>
          <a:xfrm>
            <a:off x="6312305" y="2662292"/>
            <a:ext cx="594300" cy="5943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Fira Sans Extra Condensed Black"/>
              <a:ea typeface="Fira Sans Extra Condensed Black"/>
              <a:cs typeface="Fira Sans Extra Condensed Black"/>
              <a:sym typeface="Fira Sans Extra Condensed Black"/>
            </a:endParaRPr>
          </a:p>
        </p:txBody>
      </p:sp>
      <p:sp>
        <p:nvSpPr>
          <p:cNvPr id="65" name="Google Shape;65;p14"/>
          <p:cNvSpPr/>
          <p:nvPr/>
        </p:nvSpPr>
        <p:spPr>
          <a:xfrm>
            <a:off x="5090246" y="4079430"/>
            <a:ext cx="594300" cy="5943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Fira Sans Extra Condensed Black"/>
              <a:ea typeface="Fira Sans Extra Condensed Black"/>
              <a:cs typeface="Fira Sans Extra Condensed Black"/>
              <a:sym typeface="Fira Sans Extra Condensed Black"/>
            </a:endParaRPr>
          </a:p>
        </p:txBody>
      </p:sp>
      <p:sp>
        <p:nvSpPr>
          <p:cNvPr id="73" name="Google Shape;73;p14"/>
          <p:cNvSpPr/>
          <p:nvPr/>
        </p:nvSpPr>
        <p:spPr>
          <a:xfrm>
            <a:off x="6327230" y="1097655"/>
            <a:ext cx="594300" cy="5943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Fira Sans Extra Condensed Black"/>
              <a:ea typeface="Fira Sans Extra Condensed Black"/>
              <a:cs typeface="Fira Sans Extra Condensed Black"/>
              <a:sym typeface="Fira Sans Extra Condensed Black"/>
            </a:endParaRPr>
          </a:p>
        </p:txBody>
      </p:sp>
      <p:sp>
        <p:nvSpPr>
          <p:cNvPr id="71" name="Google Shape;71;p14"/>
          <p:cNvSpPr/>
          <p:nvPr/>
        </p:nvSpPr>
        <p:spPr>
          <a:xfrm>
            <a:off x="2258080" y="1102330"/>
            <a:ext cx="594300" cy="5943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14"/>
          <p:cNvSpPr/>
          <p:nvPr/>
        </p:nvSpPr>
        <p:spPr>
          <a:xfrm>
            <a:off x="2258080" y="2668055"/>
            <a:ext cx="594300" cy="5943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671725" y="1225174"/>
            <a:ext cx="2121600" cy="22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Fira Sans Extra Condensed Black"/>
                <a:ea typeface="Fira Sans Extra Condensed Black"/>
                <a:cs typeface="Fira Sans Extra Condensed Black"/>
                <a:sym typeface="Fira Sans Extra Condensed Black"/>
              </a:rPr>
              <a:t>Introduction</a:t>
            </a:r>
            <a:endParaRPr sz="2400">
              <a:solidFill>
                <a:schemeClr val="dk1"/>
              </a:solidFill>
              <a:latin typeface="Fira Sans Extra Condensed Black"/>
              <a:ea typeface="Fira Sans Extra Condensed Black"/>
              <a:cs typeface="Fira Sans Extra Condensed Black"/>
              <a:sym typeface="Fira Sans Extra Condensed Black"/>
            </a:endParaRPr>
          </a:p>
        </p:txBody>
      </p:sp>
      <p:sp>
        <p:nvSpPr>
          <p:cNvPr id="100" name="Google Shape;100;p14"/>
          <p:cNvSpPr txBox="1"/>
          <p:nvPr/>
        </p:nvSpPr>
        <p:spPr>
          <a:xfrm>
            <a:off x="688596" y="2458143"/>
            <a:ext cx="2121600" cy="74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 dirty="0">
                <a:solidFill>
                  <a:schemeClr val="dk1"/>
                </a:solidFill>
                <a:latin typeface="Fira Sans Extra Condensed Black"/>
                <a:ea typeface="Fira Sans Extra Condensed Black"/>
                <a:cs typeface="Fira Sans Extra Condensed Black"/>
                <a:sym typeface="Fira Sans Extra Condensed Black"/>
              </a:rPr>
              <a:t>Problem</a:t>
            </a:r>
            <a:endParaRPr sz="2400" dirty="0">
              <a:solidFill>
                <a:schemeClr val="dk1"/>
              </a:solidFill>
              <a:latin typeface="Fira Sans Extra Condensed Black"/>
              <a:ea typeface="Fira Sans Extra Condensed Black"/>
              <a:cs typeface="Fira Sans Extra Condensed Black"/>
              <a:sym typeface="Fira Sans Extra Condensed Black"/>
            </a:endParaRPr>
          </a:p>
          <a:p>
            <a:pPr marL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chemeClr val="dk1"/>
                </a:solidFill>
                <a:latin typeface="Fira Sans Extra Condensed Black"/>
                <a:ea typeface="Fira Sans Extra Condensed Black"/>
                <a:cs typeface="Fira Sans Extra Condensed Black"/>
                <a:sym typeface="Fira Sans Extra Condensed Black"/>
              </a:rPr>
              <a:t>statement  </a:t>
            </a:r>
            <a:endParaRPr sz="2400" dirty="0">
              <a:solidFill>
                <a:schemeClr val="dk1"/>
              </a:solidFill>
              <a:latin typeface="Fira Sans Extra Condensed Black"/>
              <a:ea typeface="Fira Sans Extra Condensed Black"/>
              <a:cs typeface="Fira Sans Extra Condensed Black"/>
              <a:sym typeface="Fira Sans Extra Condensed Black"/>
            </a:endParaRPr>
          </a:p>
        </p:txBody>
      </p:sp>
      <p:sp>
        <p:nvSpPr>
          <p:cNvPr id="101" name="Google Shape;101;p14"/>
          <p:cNvSpPr txBox="1"/>
          <p:nvPr/>
        </p:nvSpPr>
        <p:spPr>
          <a:xfrm>
            <a:off x="7068050" y="1225154"/>
            <a:ext cx="1683000" cy="33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Fira Sans Extra Condensed Black"/>
                <a:ea typeface="Fira Sans Extra Condensed Black"/>
                <a:cs typeface="Fira Sans Extra Condensed Black"/>
                <a:sym typeface="Fira Sans Extra Condensed Black"/>
              </a:rPr>
              <a:t>Proposed solution </a:t>
            </a:r>
            <a:endParaRPr sz="2400">
              <a:solidFill>
                <a:schemeClr val="dk1"/>
              </a:solidFill>
              <a:latin typeface="Fira Sans Extra Condensed Black"/>
              <a:ea typeface="Fira Sans Extra Condensed Black"/>
              <a:cs typeface="Fira Sans Extra Condensed Black"/>
              <a:sym typeface="Fira Sans Extra Condensed Black"/>
            </a:endParaRPr>
          </a:p>
        </p:txBody>
      </p:sp>
      <p:sp>
        <p:nvSpPr>
          <p:cNvPr id="102" name="Google Shape;102;p14"/>
          <p:cNvSpPr txBox="1"/>
          <p:nvPr/>
        </p:nvSpPr>
        <p:spPr>
          <a:xfrm>
            <a:off x="7017900" y="2853000"/>
            <a:ext cx="1177800" cy="22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Fira Sans Extra Condensed Black"/>
                <a:ea typeface="Fira Sans Extra Condensed Black"/>
                <a:cs typeface="Fira Sans Extra Condensed Black"/>
                <a:sym typeface="Fira Sans Extra Condensed Black"/>
              </a:rPr>
              <a:t>Results</a:t>
            </a:r>
            <a:endParaRPr sz="2400">
              <a:solidFill>
                <a:schemeClr val="dk1"/>
              </a:solidFill>
              <a:latin typeface="Fira Sans Extra Condensed Black"/>
              <a:ea typeface="Fira Sans Extra Condensed Black"/>
              <a:cs typeface="Fira Sans Extra Condensed Black"/>
              <a:sym typeface="Fira Sans Extra Condensed Black"/>
            </a:endParaRPr>
          </a:p>
        </p:txBody>
      </p:sp>
      <p:sp>
        <p:nvSpPr>
          <p:cNvPr id="103" name="Google Shape;103;p14"/>
          <p:cNvSpPr txBox="1"/>
          <p:nvPr/>
        </p:nvSpPr>
        <p:spPr>
          <a:xfrm>
            <a:off x="2894929" y="4507860"/>
            <a:ext cx="1885800" cy="22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chemeClr val="dk1"/>
                </a:solidFill>
                <a:latin typeface="Fira Sans Extra Condensed Black"/>
                <a:ea typeface="Fira Sans Extra Condensed Black"/>
                <a:cs typeface="Fira Sans Extra Condensed Black"/>
                <a:sym typeface="Fira Sans Extra Condensed Black"/>
              </a:rPr>
              <a:t>Conclusion</a:t>
            </a:r>
            <a:r>
              <a:rPr lang="en-CH" sz="2400" dirty="0">
                <a:solidFill>
                  <a:schemeClr val="dk1"/>
                </a:solidFill>
                <a:latin typeface="Fira Sans Extra Condensed Black"/>
                <a:ea typeface="Fira Sans Extra Condensed Black"/>
                <a:cs typeface="Fira Sans Extra Condensed Black"/>
                <a:sym typeface="Fira Sans Extra Condensed Black"/>
              </a:rPr>
              <a:t> &amp; Future works</a:t>
            </a:r>
            <a:endParaRPr sz="2400" dirty="0">
              <a:solidFill>
                <a:schemeClr val="dk1"/>
              </a:solidFill>
              <a:latin typeface="Fira Sans Extra Condensed Black"/>
              <a:ea typeface="Fira Sans Extra Condensed Black"/>
              <a:cs typeface="Fira Sans Extra Condensed Black"/>
              <a:sym typeface="Fira Sans Extra Condensed Black"/>
            </a:endParaRPr>
          </a:p>
        </p:txBody>
      </p:sp>
      <p:grpSp>
        <p:nvGrpSpPr>
          <p:cNvPr id="104" name="Google Shape;104;p14"/>
          <p:cNvGrpSpPr/>
          <p:nvPr/>
        </p:nvGrpSpPr>
        <p:grpSpPr>
          <a:xfrm>
            <a:off x="2406153" y="2795578"/>
            <a:ext cx="298169" cy="339253"/>
            <a:chOff x="1529350" y="258825"/>
            <a:chExt cx="423475" cy="481825"/>
          </a:xfrm>
        </p:grpSpPr>
        <p:sp>
          <p:nvSpPr>
            <p:cNvPr id="105" name="Google Shape;105;p14"/>
            <p:cNvSpPr/>
            <p:nvPr/>
          </p:nvSpPr>
          <p:spPr>
            <a:xfrm>
              <a:off x="1585800" y="258825"/>
              <a:ext cx="310650" cy="430550"/>
            </a:xfrm>
            <a:custGeom>
              <a:avLst/>
              <a:gdLst/>
              <a:ahLst/>
              <a:cxnLst/>
              <a:rect l="l" t="t" r="r" b="b"/>
              <a:pathLst>
                <a:path w="12426" h="17222" extrusionOk="0">
                  <a:moveTo>
                    <a:pt x="6213" y="3388"/>
                  </a:moveTo>
                  <a:cubicBezTo>
                    <a:pt x="7354" y="3388"/>
                    <a:pt x="8384" y="4074"/>
                    <a:pt x="8821" y="5131"/>
                  </a:cubicBezTo>
                  <a:cubicBezTo>
                    <a:pt x="9257" y="6185"/>
                    <a:pt x="9016" y="7399"/>
                    <a:pt x="8206" y="8206"/>
                  </a:cubicBezTo>
                  <a:cubicBezTo>
                    <a:pt x="7666" y="8748"/>
                    <a:pt x="6945" y="9035"/>
                    <a:pt x="6210" y="9035"/>
                  </a:cubicBezTo>
                  <a:cubicBezTo>
                    <a:pt x="5847" y="9035"/>
                    <a:pt x="5481" y="8965"/>
                    <a:pt x="5132" y="8820"/>
                  </a:cubicBezTo>
                  <a:cubicBezTo>
                    <a:pt x="4075" y="8383"/>
                    <a:pt x="3388" y="7354"/>
                    <a:pt x="3388" y="6212"/>
                  </a:cubicBezTo>
                  <a:cubicBezTo>
                    <a:pt x="3391" y="4652"/>
                    <a:pt x="4653" y="3391"/>
                    <a:pt x="6213" y="3388"/>
                  </a:cubicBezTo>
                  <a:close/>
                  <a:moveTo>
                    <a:pt x="6213" y="0"/>
                  </a:moveTo>
                  <a:cubicBezTo>
                    <a:pt x="2825" y="0"/>
                    <a:pt x="1" y="2728"/>
                    <a:pt x="1" y="6212"/>
                  </a:cubicBezTo>
                  <a:cubicBezTo>
                    <a:pt x="1" y="7537"/>
                    <a:pt x="398" y="8718"/>
                    <a:pt x="1163" y="9826"/>
                  </a:cubicBezTo>
                  <a:lnTo>
                    <a:pt x="5737" y="16959"/>
                  </a:lnTo>
                  <a:cubicBezTo>
                    <a:pt x="5847" y="17134"/>
                    <a:pt x="6029" y="17221"/>
                    <a:pt x="6211" y="17221"/>
                  </a:cubicBezTo>
                  <a:cubicBezTo>
                    <a:pt x="6394" y="17221"/>
                    <a:pt x="6576" y="17134"/>
                    <a:pt x="6686" y="16959"/>
                  </a:cubicBezTo>
                  <a:lnTo>
                    <a:pt x="11278" y="9802"/>
                  </a:lnTo>
                  <a:cubicBezTo>
                    <a:pt x="12025" y="8751"/>
                    <a:pt x="12425" y="7498"/>
                    <a:pt x="12422" y="6212"/>
                  </a:cubicBezTo>
                  <a:cubicBezTo>
                    <a:pt x="12422" y="2786"/>
                    <a:pt x="9637" y="0"/>
                    <a:pt x="621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06" name="Google Shape;106;p14"/>
            <p:cNvSpPr/>
            <p:nvPr/>
          </p:nvSpPr>
          <p:spPr>
            <a:xfrm>
              <a:off x="1529350" y="583200"/>
              <a:ext cx="423475" cy="157450"/>
            </a:xfrm>
            <a:custGeom>
              <a:avLst/>
              <a:gdLst/>
              <a:ahLst/>
              <a:cxnLst/>
              <a:rect l="l" t="t" r="r" b="b"/>
              <a:pathLst>
                <a:path w="16939" h="6298" extrusionOk="0">
                  <a:moveTo>
                    <a:pt x="4050" y="1"/>
                  </a:moveTo>
                  <a:cubicBezTo>
                    <a:pt x="1545" y="582"/>
                    <a:pt x="0" y="1642"/>
                    <a:pt x="0" y="2909"/>
                  </a:cubicBezTo>
                  <a:cubicBezTo>
                    <a:pt x="0" y="5111"/>
                    <a:pt x="4364" y="6297"/>
                    <a:pt x="8471" y="6297"/>
                  </a:cubicBezTo>
                  <a:cubicBezTo>
                    <a:pt x="12575" y="6297"/>
                    <a:pt x="16938" y="5111"/>
                    <a:pt x="16938" y="2909"/>
                  </a:cubicBezTo>
                  <a:cubicBezTo>
                    <a:pt x="16938" y="1642"/>
                    <a:pt x="15391" y="579"/>
                    <a:pt x="12882" y="1"/>
                  </a:cubicBezTo>
                  <a:lnTo>
                    <a:pt x="10040" y="4445"/>
                  </a:lnTo>
                  <a:cubicBezTo>
                    <a:pt x="9673" y="5018"/>
                    <a:pt x="9071" y="5305"/>
                    <a:pt x="8469" y="5305"/>
                  </a:cubicBezTo>
                  <a:cubicBezTo>
                    <a:pt x="7867" y="5305"/>
                    <a:pt x="7265" y="5018"/>
                    <a:pt x="6899" y="4445"/>
                  </a:cubicBezTo>
                  <a:lnTo>
                    <a:pt x="405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107" name="Google Shape;107;p14"/>
          <p:cNvGrpSpPr/>
          <p:nvPr/>
        </p:nvGrpSpPr>
        <p:grpSpPr>
          <a:xfrm>
            <a:off x="2380016" y="1229537"/>
            <a:ext cx="350431" cy="339887"/>
            <a:chOff x="3270675" y="841800"/>
            <a:chExt cx="497700" cy="482725"/>
          </a:xfrm>
        </p:grpSpPr>
        <p:sp>
          <p:nvSpPr>
            <p:cNvPr id="108" name="Google Shape;108;p14"/>
            <p:cNvSpPr/>
            <p:nvPr/>
          </p:nvSpPr>
          <p:spPr>
            <a:xfrm>
              <a:off x="3270675" y="902000"/>
              <a:ext cx="447125" cy="422525"/>
            </a:xfrm>
            <a:custGeom>
              <a:avLst/>
              <a:gdLst/>
              <a:ahLst/>
              <a:cxnLst/>
              <a:rect l="l" t="t" r="r" b="b"/>
              <a:pathLst>
                <a:path w="17885" h="16901" extrusionOk="0">
                  <a:moveTo>
                    <a:pt x="3454" y="0"/>
                  </a:moveTo>
                  <a:cubicBezTo>
                    <a:pt x="3343" y="0"/>
                    <a:pt x="3231" y="40"/>
                    <a:pt x="3141" y="122"/>
                  </a:cubicBezTo>
                  <a:cubicBezTo>
                    <a:pt x="1160" y="1940"/>
                    <a:pt x="0" y="4548"/>
                    <a:pt x="0" y="7246"/>
                  </a:cubicBezTo>
                  <a:cubicBezTo>
                    <a:pt x="0" y="12579"/>
                    <a:pt x="4325" y="16900"/>
                    <a:pt x="9657" y="16900"/>
                  </a:cubicBezTo>
                  <a:cubicBezTo>
                    <a:pt x="10907" y="16900"/>
                    <a:pt x="12175" y="16662"/>
                    <a:pt x="13331" y="16178"/>
                  </a:cubicBezTo>
                  <a:cubicBezTo>
                    <a:pt x="15126" y="15434"/>
                    <a:pt x="16659" y="14169"/>
                    <a:pt x="17728" y="12546"/>
                  </a:cubicBezTo>
                  <a:cubicBezTo>
                    <a:pt x="17884" y="12305"/>
                    <a:pt x="17788" y="11983"/>
                    <a:pt x="17526" y="11866"/>
                  </a:cubicBezTo>
                  <a:lnTo>
                    <a:pt x="9158" y="8171"/>
                  </a:lnTo>
                  <a:cubicBezTo>
                    <a:pt x="9016" y="8108"/>
                    <a:pt x="8896" y="8005"/>
                    <a:pt x="8811" y="7876"/>
                  </a:cubicBezTo>
                  <a:lnTo>
                    <a:pt x="8405" y="7246"/>
                  </a:lnTo>
                  <a:lnTo>
                    <a:pt x="3846" y="212"/>
                  </a:lnTo>
                  <a:cubicBezTo>
                    <a:pt x="3756" y="73"/>
                    <a:pt x="3606" y="0"/>
                    <a:pt x="345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09" name="Google Shape;109;p14"/>
            <p:cNvSpPr/>
            <p:nvPr/>
          </p:nvSpPr>
          <p:spPr>
            <a:xfrm>
              <a:off x="3385250" y="841800"/>
              <a:ext cx="279700" cy="220925"/>
            </a:xfrm>
            <a:custGeom>
              <a:avLst/>
              <a:gdLst/>
              <a:ahLst/>
              <a:cxnLst/>
              <a:rect l="l" t="t" r="r" b="b"/>
              <a:pathLst>
                <a:path w="11188" h="8837" extrusionOk="0">
                  <a:moveTo>
                    <a:pt x="5070" y="0"/>
                  </a:moveTo>
                  <a:cubicBezTo>
                    <a:pt x="3434" y="0"/>
                    <a:pt x="1792" y="415"/>
                    <a:pt x="308" y="1256"/>
                  </a:cubicBezTo>
                  <a:cubicBezTo>
                    <a:pt x="76" y="1388"/>
                    <a:pt x="1" y="1690"/>
                    <a:pt x="148" y="1912"/>
                  </a:cubicBezTo>
                  <a:lnTo>
                    <a:pt x="4532" y="8676"/>
                  </a:lnTo>
                  <a:cubicBezTo>
                    <a:pt x="4601" y="8781"/>
                    <a:pt x="4714" y="8837"/>
                    <a:pt x="4828" y="8837"/>
                  </a:cubicBezTo>
                  <a:cubicBezTo>
                    <a:pt x="4919" y="8837"/>
                    <a:pt x="5010" y="8802"/>
                    <a:pt x="5081" y="8730"/>
                  </a:cubicBezTo>
                  <a:lnTo>
                    <a:pt x="10992" y="2683"/>
                  </a:lnTo>
                  <a:cubicBezTo>
                    <a:pt x="11187" y="2482"/>
                    <a:pt x="11163" y="2156"/>
                    <a:pt x="10940" y="1988"/>
                  </a:cubicBezTo>
                  <a:cubicBezTo>
                    <a:pt x="9218" y="670"/>
                    <a:pt x="7149" y="0"/>
                    <a:pt x="507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10" name="Google Shape;110;p14"/>
            <p:cNvSpPr/>
            <p:nvPr/>
          </p:nvSpPr>
          <p:spPr>
            <a:xfrm>
              <a:off x="3530100" y="924750"/>
              <a:ext cx="238275" cy="250200"/>
            </a:xfrm>
            <a:custGeom>
              <a:avLst/>
              <a:gdLst/>
              <a:ahLst/>
              <a:cxnLst/>
              <a:rect l="l" t="t" r="r" b="b"/>
              <a:pathLst>
                <a:path w="9531" h="10008" extrusionOk="0">
                  <a:moveTo>
                    <a:pt x="6350" y="1"/>
                  </a:moveTo>
                  <a:cubicBezTo>
                    <a:pt x="6230" y="1"/>
                    <a:pt x="6108" y="47"/>
                    <a:pt x="6017" y="142"/>
                  </a:cubicBezTo>
                  <a:lnTo>
                    <a:pt x="172" y="6123"/>
                  </a:lnTo>
                  <a:cubicBezTo>
                    <a:pt x="0" y="6297"/>
                    <a:pt x="57" y="6589"/>
                    <a:pt x="283" y="6689"/>
                  </a:cubicBezTo>
                  <a:lnTo>
                    <a:pt x="7706" y="9968"/>
                  </a:lnTo>
                  <a:cubicBezTo>
                    <a:pt x="7767" y="9995"/>
                    <a:pt x="7830" y="10007"/>
                    <a:pt x="7893" y="10007"/>
                  </a:cubicBezTo>
                  <a:cubicBezTo>
                    <a:pt x="8082" y="10007"/>
                    <a:pt x="8261" y="9890"/>
                    <a:pt x="8329" y="9700"/>
                  </a:cubicBezTo>
                  <a:cubicBezTo>
                    <a:pt x="9531" y="6463"/>
                    <a:pt x="8913" y="2828"/>
                    <a:pt x="6706" y="169"/>
                  </a:cubicBezTo>
                  <a:cubicBezTo>
                    <a:pt x="6615" y="57"/>
                    <a:pt x="6483" y="1"/>
                    <a:pt x="635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111" name="Google Shape;111;p14"/>
          <p:cNvGrpSpPr/>
          <p:nvPr/>
        </p:nvGrpSpPr>
        <p:grpSpPr>
          <a:xfrm>
            <a:off x="6446977" y="1225170"/>
            <a:ext cx="354778" cy="339271"/>
            <a:chOff x="5045500" y="842250"/>
            <a:chExt cx="503875" cy="481850"/>
          </a:xfrm>
        </p:grpSpPr>
        <p:sp>
          <p:nvSpPr>
            <p:cNvPr id="112" name="Google Shape;112;p14"/>
            <p:cNvSpPr/>
            <p:nvPr/>
          </p:nvSpPr>
          <p:spPr>
            <a:xfrm>
              <a:off x="5045500" y="842250"/>
              <a:ext cx="503875" cy="481850"/>
            </a:xfrm>
            <a:custGeom>
              <a:avLst/>
              <a:gdLst/>
              <a:ahLst/>
              <a:cxnLst/>
              <a:rect l="l" t="t" r="r" b="b"/>
              <a:pathLst>
                <a:path w="20155" h="19274" extrusionOk="0">
                  <a:moveTo>
                    <a:pt x="12103" y="1130"/>
                  </a:moveTo>
                  <a:cubicBezTo>
                    <a:pt x="13694" y="1130"/>
                    <a:pt x="15284" y="1735"/>
                    <a:pt x="16496" y="2945"/>
                  </a:cubicBezTo>
                  <a:cubicBezTo>
                    <a:pt x="18917" y="5366"/>
                    <a:pt x="18917" y="9305"/>
                    <a:pt x="16496" y="11729"/>
                  </a:cubicBezTo>
                  <a:cubicBezTo>
                    <a:pt x="15286" y="12940"/>
                    <a:pt x="13695" y="13545"/>
                    <a:pt x="12104" y="13545"/>
                  </a:cubicBezTo>
                  <a:cubicBezTo>
                    <a:pt x="10514" y="13545"/>
                    <a:pt x="8923" y="12940"/>
                    <a:pt x="7712" y="11729"/>
                  </a:cubicBezTo>
                  <a:cubicBezTo>
                    <a:pt x="5288" y="9305"/>
                    <a:pt x="5288" y="5369"/>
                    <a:pt x="7712" y="2945"/>
                  </a:cubicBezTo>
                  <a:cubicBezTo>
                    <a:pt x="8923" y="1735"/>
                    <a:pt x="10513" y="1130"/>
                    <a:pt x="12103" y="1130"/>
                  </a:cubicBezTo>
                  <a:close/>
                  <a:moveTo>
                    <a:pt x="4918" y="13726"/>
                  </a:moveTo>
                  <a:lnTo>
                    <a:pt x="5716" y="14524"/>
                  </a:lnTo>
                  <a:lnTo>
                    <a:pt x="4918" y="15322"/>
                  </a:lnTo>
                  <a:lnTo>
                    <a:pt x="4120" y="14524"/>
                  </a:lnTo>
                  <a:lnTo>
                    <a:pt x="4918" y="13726"/>
                  </a:lnTo>
                  <a:close/>
                  <a:moveTo>
                    <a:pt x="12106" y="1"/>
                  </a:moveTo>
                  <a:cubicBezTo>
                    <a:pt x="10226" y="1"/>
                    <a:pt x="8345" y="717"/>
                    <a:pt x="6914" y="2147"/>
                  </a:cubicBezTo>
                  <a:cubicBezTo>
                    <a:pt x="4725" y="4333"/>
                    <a:pt x="4240" y="7516"/>
                    <a:pt x="5315" y="10133"/>
                  </a:cubicBezTo>
                  <a:lnTo>
                    <a:pt x="4518" y="10931"/>
                  </a:lnTo>
                  <a:cubicBezTo>
                    <a:pt x="4009" y="11434"/>
                    <a:pt x="3876" y="12208"/>
                    <a:pt x="4192" y="12852"/>
                  </a:cubicBezTo>
                  <a:lnTo>
                    <a:pt x="663" y="16382"/>
                  </a:lnTo>
                  <a:cubicBezTo>
                    <a:pt x="1" y="17044"/>
                    <a:pt x="1" y="18116"/>
                    <a:pt x="663" y="18778"/>
                  </a:cubicBezTo>
                  <a:cubicBezTo>
                    <a:pt x="994" y="19108"/>
                    <a:pt x="1428" y="19273"/>
                    <a:pt x="1862" y="19273"/>
                  </a:cubicBezTo>
                  <a:cubicBezTo>
                    <a:pt x="2295" y="19273"/>
                    <a:pt x="2729" y="19108"/>
                    <a:pt x="3060" y="18778"/>
                  </a:cubicBezTo>
                  <a:lnTo>
                    <a:pt x="6586" y="15249"/>
                  </a:lnTo>
                  <a:cubicBezTo>
                    <a:pt x="6820" y="15363"/>
                    <a:pt x="7071" y="15418"/>
                    <a:pt x="7320" y="15418"/>
                  </a:cubicBezTo>
                  <a:cubicBezTo>
                    <a:pt x="7757" y="15418"/>
                    <a:pt x="8188" y="15247"/>
                    <a:pt x="8510" y="14921"/>
                  </a:cubicBezTo>
                  <a:lnTo>
                    <a:pt x="9308" y="14126"/>
                  </a:lnTo>
                  <a:cubicBezTo>
                    <a:pt x="10192" y="14489"/>
                    <a:pt x="11145" y="14675"/>
                    <a:pt x="12104" y="14675"/>
                  </a:cubicBezTo>
                  <a:cubicBezTo>
                    <a:pt x="13962" y="14675"/>
                    <a:pt x="15843" y="13979"/>
                    <a:pt x="17294" y="12527"/>
                  </a:cubicBezTo>
                  <a:cubicBezTo>
                    <a:pt x="20155" y="9666"/>
                    <a:pt x="20155" y="5008"/>
                    <a:pt x="17294" y="2147"/>
                  </a:cubicBezTo>
                  <a:cubicBezTo>
                    <a:pt x="15864" y="716"/>
                    <a:pt x="13985" y="1"/>
                    <a:pt x="1210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13" name="Google Shape;113;p14"/>
            <p:cNvSpPr/>
            <p:nvPr/>
          </p:nvSpPr>
          <p:spPr>
            <a:xfrm>
              <a:off x="5221050" y="898625"/>
              <a:ext cx="254100" cy="254100"/>
            </a:xfrm>
            <a:custGeom>
              <a:avLst/>
              <a:gdLst/>
              <a:ahLst/>
              <a:cxnLst/>
              <a:rect l="l" t="t" r="r" b="b"/>
              <a:pathLst>
                <a:path w="10164" h="10164" extrusionOk="0">
                  <a:moveTo>
                    <a:pt x="5081" y="1"/>
                  </a:moveTo>
                  <a:cubicBezTo>
                    <a:pt x="2274" y="1"/>
                    <a:pt x="1" y="2274"/>
                    <a:pt x="1" y="5081"/>
                  </a:cubicBezTo>
                  <a:cubicBezTo>
                    <a:pt x="1" y="7887"/>
                    <a:pt x="2274" y="10164"/>
                    <a:pt x="5081" y="10164"/>
                  </a:cubicBezTo>
                  <a:cubicBezTo>
                    <a:pt x="7887" y="10164"/>
                    <a:pt x="10164" y="7887"/>
                    <a:pt x="10164" y="5081"/>
                  </a:cubicBezTo>
                  <a:cubicBezTo>
                    <a:pt x="10164" y="2274"/>
                    <a:pt x="7887" y="1"/>
                    <a:pt x="508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114" name="Google Shape;114;p14"/>
          <p:cNvGrpSpPr/>
          <p:nvPr/>
        </p:nvGrpSpPr>
        <p:grpSpPr>
          <a:xfrm>
            <a:off x="2445559" y="4294165"/>
            <a:ext cx="219345" cy="227301"/>
            <a:chOff x="3357325" y="2093500"/>
            <a:chExt cx="311525" cy="322825"/>
          </a:xfrm>
        </p:grpSpPr>
        <p:sp>
          <p:nvSpPr>
            <p:cNvPr id="115" name="Google Shape;115;p14"/>
            <p:cNvSpPr/>
            <p:nvPr/>
          </p:nvSpPr>
          <p:spPr>
            <a:xfrm>
              <a:off x="3357325" y="2210550"/>
              <a:ext cx="85700" cy="205775"/>
            </a:xfrm>
            <a:custGeom>
              <a:avLst/>
              <a:gdLst/>
              <a:ahLst/>
              <a:cxnLst/>
              <a:rect l="l" t="t" r="r" b="b"/>
              <a:pathLst>
                <a:path w="3428" h="8231" extrusionOk="0">
                  <a:moveTo>
                    <a:pt x="566" y="1"/>
                  </a:moveTo>
                  <a:cubicBezTo>
                    <a:pt x="253" y="1"/>
                    <a:pt x="0" y="251"/>
                    <a:pt x="0" y="564"/>
                  </a:cubicBezTo>
                  <a:lnTo>
                    <a:pt x="0" y="7664"/>
                  </a:lnTo>
                  <a:cubicBezTo>
                    <a:pt x="0" y="7978"/>
                    <a:pt x="253" y="8231"/>
                    <a:pt x="566" y="8231"/>
                  </a:cubicBezTo>
                  <a:lnTo>
                    <a:pt x="2861" y="8231"/>
                  </a:lnTo>
                  <a:cubicBezTo>
                    <a:pt x="3174" y="8231"/>
                    <a:pt x="3427" y="7978"/>
                    <a:pt x="3427" y="7664"/>
                  </a:cubicBezTo>
                  <a:lnTo>
                    <a:pt x="3427" y="564"/>
                  </a:lnTo>
                  <a:cubicBezTo>
                    <a:pt x="3427" y="251"/>
                    <a:pt x="3174" y="1"/>
                    <a:pt x="286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16" name="Google Shape;116;p14"/>
            <p:cNvSpPr/>
            <p:nvPr/>
          </p:nvSpPr>
          <p:spPr>
            <a:xfrm>
              <a:off x="3471225" y="2152075"/>
              <a:ext cx="84725" cy="264250"/>
            </a:xfrm>
            <a:custGeom>
              <a:avLst/>
              <a:gdLst/>
              <a:ahLst/>
              <a:cxnLst/>
              <a:rect l="l" t="t" r="r" b="b"/>
              <a:pathLst>
                <a:path w="3389" h="10570" extrusionOk="0">
                  <a:moveTo>
                    <a:pt x="563" y="0"/>
                  </a:moveTo>
                  <a:cubicBezTo>
                    <a:pt x="253" y="0"/>
                    <a:pt x="0" y="250"/>
                    <a:pt x="0" y="563"/>
                  </a:cubicBezTo>
                  <a:lnTo>
                    <a:pt x="0" y="10003"/>
                  </a:lnTo>
                  <a:cubicBezTo>
                    <a:pt x="0" y="10317"/>
                    <a:pt x="253" y="10570"/>
                    <a:pt x="563" y="10570"/>
                  </a:cubicBezTo>
                  <a:lnTo>
                    <a:pt x="2822" y="10570"/>
                  </a:lnTo>
                  <a:cubicBezTo>
                    <a:pt x="3135" y="10570"/>
                    <a:pt x="3388" y="10317"/>
                    <a:pt x="3388" y="10003"/>
                  </a:cubicBezTo>
                  <a:lnTo>
                    <a:pt x="3388" y="563"/>
                  </a:lnTo>
                  <a:cubicBezTo>
                    <a:pt x="3388" y="250"/>
                    <a:pt x="3135" y="0"/>
                    <a:pt x="28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17" name="Google Shape;117;p14"/>
            <p:cNvSpPr/>
            <p:nvPr/>
          </p:nvSpPr>
          <p:spPr>
            <a:xfrm>
              <a:off x="3584150" y="2093500"/>
              <a:ext cx="84700" cy="322825"/>
            </a:xfrm>
            <a:custGeom>
              <a:avLst/>
              <a:gdLst/>
              <a:ahLst/>
              <a:cxnLst/>
              <a:rect l="l" t="t" r="r" b="b"/>
              <a:pathLst>
                <a:path w="3388" h="12913" extrusionOk="0">
                  <a:moveTo>
                    <a:pt x="563" y="0"/>
                  </a:moveTo>
                  <a:cubicBezTo>
                    <a:pt x="253" y="0"/>
                    <a:pt x="0" y="253"/>
                    <a:pt x="0" y="566"/>
                  </a:cubicBezTo>
                  <a:lnTo>
                    <a:pt x="0" y="12346"/>
                  </a:lnTo>
                  <a:cubicBezTo>
                    <a:pt x="0" y="12660"/>
                    <a:pt x="253" y="12913"/>
                    <a:pt x="563" y="12913"/>
                  </a:cubicBezTo>
                  <a:lnTo>
                    <a:pt x="2822" y="12913"/>
                  </a:lnTo>
                  <a:cubicBezTo>
                    <a:pt x="3135" y="12913"/>
                    <a:pt x="3388" y="12660"/>
                    <a:pt x="3388" y="12346"/>
                  </a:cubicBezTo>
                  <a:lnTo>
                    <a:pt x="3388" y="566"/>
                  </a:lnTo>
                  <a:cubicBezTo>
                    <a:pt x="3388" y="253"/>
                    <a:pt x="3135" y="0"/>
                    <a:pt x="28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118" name="Google Shape;118;p14"/>
          <p:cNvGrpSpPr/>
          <p:nvPr/>
        </p:nvGrpSpPr>
        <p:grpSpPr>
          <a:xfrm>
            <a:off x="5299340" y="4226150"/>
            <a:ext cx="278296" cy="339253"/>
            <a:chOff x="3907325" y="2620775"/>
            <a:chExt cx="395250" cy="481825"/>
          </a:xfrm>
        </p:grpSpPr>
        <p:sp>
          <p:nvSpPr>
            <p:cNvPr id="119" name="Google Shape;119;p14"/>
            <p:cNvSpPr/>
            <p:nvPr/>
          </p:nvSpPr>
          <p:spPr>
            <a:xfrm>
              <a:off x="3907325" y="3016975"/>
              <a:ext cx="74550" cy="56475"/>
            </a:xfrm>
            <a:custGeom>
              <a:avLst/>
              <a:gdLst/>
              <a:ahLst/>
              <a:cxnLst/>
              <a:rect l="l" t="t" r="r" b="b"/>
              <a:pathLst>
                <a:path w="2982" h="2259" extrusionOk="0">
                  <a:moveTo>
                    <a:pt x="1" y="0"/>
                  </a:moveTo>
                  <a:lnTo>
                    <a:pt x="1" y="563"/>
                  </a:lnTo>
                  <a:cubicBezTo>
                    <a:pt x="1" y="1500"/>
                    <a:pt x="756" y="2256"/>
                    <a:pt x="1693" y="2259"/>
                  </a:cubicBezTo>
                  <a:lnTo>
                    <a:pt x="2982" y="2259"/>
                  </a:lnTo>
                  <a:cubicBezTo>
                    <a:pt x="2711" y="1527"/>
                    <a:pt x="2515" y="768"/>
                    <a:pt x="240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20" name="Google Shape;120;p14"/>
            <p:cNvSpPr/>
            <p:nvPr/>
          </p:nvSpPr>
          <p:spPr>
            <a:xfrm>
              <a:off x="3907325" y="2705450"/>
              <a:ext cx="282325" cy="283325"/>
            </a:xfrm>
            <a:custGeom>
              <a:avLst/>
              <a:gdLst/>
              <a:ahLst/>
              <a:cxnLst/>
              <a:rect l="l" t="t" r="r" b="b"/>
              <a:pathLst>
                <a:path w="11293" h="11333" extrusionOk="0">
                  <a:moveTo>
                    <a:pt x="1" y="1"/>
                  </a:moveTo>
                  <a:lnTo>
                    <a:pt x="1" y="11332"/>
                  </a:lnTo>
                  <a:lnTo>
                    <a:pt x="2283" y="11332"/>
                  </a:lnTo>
                  <a:cubicBezTo>
                    <a:pt x="2274" y="11142"/>
                    <a:pt x="2259" y="10956"/>
                    <a:pt x="2259" y="10766"/>
                  </a:cubicBezTo>
                  <a:lnTo>
                    <a:pt x="2259" y="9637"/>
                  </a:lnTo>
                  <a:cubicBezTo>
                    <a:pt x="2259" y="8396"/>
                    <a:pt x="2834" y="7249"/>
                    <a:pt x="3834" y="6490"/>
                  </a:cubicBezTo>
                  <a:lnTo>
                    <a:pt x="4517" y="5975"/>
                  </a:lnTo>
                  <a:lnTo>
                    <a:pt x="4517" y="3145"/>
                  </a:lnTo>
                  <a:cubicBezTo>
                    <a:pt x="4517" y="2051"/>
                    <a:pt x="5400" y="1169"/>
                    <a:pt x="6493" y="1169"/>
                  </a:cubicBezTo>
                  <a:cubicBezTo>
                    <a:pt x="7583" y="1169"/>
                    <a:pt x="8468" y="2051"/>
                    <a:pt x="8468" y="3145"/>
                  </a:cubicBezTo>
                  <a:lnTo>
                    <a:pt x="8468" y="3617"/>
                  </a:lnTo>
                  <a:cubicBezTo>
                    <a:pt x="8743" y="3487"/>
                    <a:pt x="9031" y="3426"/>
                    <a:pt x="9314" y="3426"/>
                  </a:cubicBezTo>
                  <a:cubicBezTo>
                    <a:pt x="10141" y="3426"/>
                    <a:pt x="10923" y="3949"/>
                    <a:pt x="11196" y="4795"/>
                  </a:cubicBezTo>
                  <a:cubicBezTo>
                    <a:pt x="11226" y="4780"/>
                    <a:pt x="11260" y="4771"/>
                    <a:pt x="11293" y="4759"/>
                  </a:cubicBezTo>
                  <a:lnTo>
                    <a:pt x="1129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21" name="Google Shape;121;p14"/>
            <p:cNvSpPr/>
            <p:nvPr/>
          </p:nvSpPr>
          <p:spPr>
            <a:xfrm>
              <a:off x="3907325" y="2620775"/>
              <a:ext cx="282325" cy="56475"/>
            </a:xfrm>
            <a:custGeom>
              <a:avLst/>
              <a:gdLst/>
              <a:ahLst/>
              <a:cxnLst/>
              <a:rect l="l" t="t" r="r" b="b"/>
              <a:pathLst>
                <a:path w="11293" h="2259" extrusionOk="0">
                  <a:moveTo>
                    <a:pt x="1693" y="0"/>
                  </a:moveTo>
                  <a:cubicBezTo>
                    <a:pt x="756" y="0"/>
                    <a:pt x="1" y="759"/>
                    <a:pt x="1" y="1695"/>
                  </a:cubicBezTo>
                  <a:lnTo>
                    <a:pt x="1" y="2259"/>
                  </a:lnTo>
                  <a:lnTo>
                    <a:pt x="11293" y="2259"/>
                  </a:lnTo>
                  <a:lnTo>
                    <a:pt x="11293" y="1695"/>
                  </a:lnTo>
                  <a:cubicBezTo>
                    <a:pt x="11290" y="759"/>
                    <a:pt x="10534" y="0"/>
                    <a:pt x="959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22" name="Google Shape;122;p14"/>
            <p:cNvSpPr/>
            <p:nvPr/>
          </p:nvSpPr>
          <p:spPr>
            <a:xfrm>
              <a:off x="3992025" y="2762900"/>
              <a:ext cx="310550" cy="339700"/>
            </a:xfrm>
            <a:custGeom>
              <a:avLst/>
              <a:gdLst/>
              <a:ahLst/>
              <a:cxnLst/>
              <a:rect l="l" t="t" r="r" b="b"/>
              <a:pathLst>
                <a:path w="12422" h="13588" extrusionOk="0">
                  <a:moveTo>
                    <a:pt x="3105" y="0"/>
                  </a:moveTo>
                  <a:cubicBezTo>
                    <a:pt x="2635" y="0"/>
                    <a:pt x="2259" y="377"/>
                    <a:pt x="2259" y="847"/>
                  </a:cubicBezTo>
                  <a:lnTo>
                    <a:pt x="2259" y="8468"/>
                  </a:lnTo>
                  <a:cubicBezTo>
                    <a:pt x="2259" y="8781"/>
                    <a:pt x="2006" y="9031"/>
                    <a:pt x="1693" y="9031"/>
                  </a:cubicBezTo>
                  <a:cubicBezTo>
                    <a:pt x="1379" y="9031"/>
                    <a:pt x="1129" y="8781"/>
                    <a:pt x="1129" y="8468"/>
                  </a:cubicBezTo>
                  <a:lnTo>
                    <a:pt x="1129" y="5095"/>
                  </a:lnTo>
                  <a:cubicBezTo>
                    <a:pt x="419" y="5622"/>
                    <a:pt x="0" y="6453"/>
                    <a:pt x="0" y="7339"/>
                  </a:cubicBezTo>
                  <a:lnTo>
                    <a:pt x="0" y="8468"/>
                  </a:lnTo>
                  <a:cubicBezTo>
                    <a:pt x="0" y="10052"/>
                    <a:pt x="368" y="11615"/>
                    <a:pt x="1069" y="13036"/>
                  </a:cubicBezTo>
                  <a:cubicBezTo>
                    <a:pt x="1223" y="13346"/>
                    <a:pt x="1322" y="13587"/>
                    <a:pt x="1693" y="13587"/>
                  </a:cubicBezTo>
                  <a:lnTo>
                    <a:pt x="10726" y="13587"/>
                  </a:lnTo>
                  <a:cubicBezTo>
                    <a:pt x="11097" y="13587"/>
                    <a:pt x="11196" y="13346"/>
                    <a:pt x="11350" y="13036"/>
                  </a:cubicBezTo>
                  <a:cubicBezTo>
                    <a:pt x="12051" y="11615"/>
                    <a:pt x="12419" y="10052"/>
                    <a:pt x="12422" y="8468"/>
                  </a:cubicBezTo>
                  <a:lnTo>
                    <a:pt x="12422" y="5363"/>
                  </a:lnTo>
                  <a:cubicBezTo>
                    <a:pt x="12422" y="4894"/>
                    <a:pt x="12042" y="4517"/>
                    <a:pt x="11572" y="4517"/>
                  </a:cubicBezTo>
                  <a:cubicBezTo>
                    <a:pt x="11106" y="4517"/>
                    <a:pt x="10726" y="4894"/>
                    <a:pt x="10726" y="5363"/>
                  </a:cubicBezTo>
                  <a:lnTo>
                    <a:pt x="10726" y="7339"/>
                  </a:lnTo>
                  <a:cubicBezTo>
                    <a:pt x="10726" y="7652"/>
                    <a:pt x="10473" y="7902"/>
                    <a:pt x="10163" y="7902"/>
                  </a:cubicBezTo>
                  <a:cubicBezTo>
                    <a:pt x="9850" y="7902"/>
                    <a:pt x="9597" y="7652"/>
                    <a:pt x="9597" y="7339"/>
                  </a:cubicBezTo>
                  <a:lnTo>
                    <a:pt x="9597" y="6297"/>
                  </a:lnTo>
                  <a:lnTo>
                    <a:pt x="9597" y="4234"/>
                  </a:lnTo>
                  <a:cubicBezTo>
                    <a:pt x="9597" y="3764"/>
                    <a:pt x="9218" y="3388"/>
                    <a:pt x="8751" y="3388"/>
                  </a:cubicBezTo>
                  <a:cubicBezTo>
                    <a:pt x="8281" y="3388"/>
                    <a:pt x="7905" y="3764"/>
                    <a:pt x="7905" y="4234"/>
                  </a:cubicBezTo>
                  <a:lnTo>
                    <a:pt x="7905" y="6210"/>
                  </a:lnTo>
                  <a:cubicBezTo>
                    <a:pt x="7905" y="6523"/>
                    <a:pt x="7652" y="6773"/>
                    <a:pt x="7339" y="6773"/>
                  </a:cubicBezTo>
                  <a:cubicBezTo>
                    <a:pt x="7025" y="6773"/>
                    <a:pt x="6776" y="6523"/>
                    <a:pt x="6776" y="6210"/>
                  </a:cubicBezTo>
                  <a:lnTo>
                    <a:pt x="6776" y="3105"/>
                  </a:lnTo>
                  <a:cubicBezTo>
                    <a:pt x="6776" y="2635"/>
                    <a:pt x="6396" y="2259"/>
                    <a:pt x="5926" y="2259"/>
                  </a:cubicBezTo>
                  <a:cubicBezTo>
                    <a:pt x="5460" y="2259"/>
                    <a:pt x="5080" y="2635"/>
                    <a:pt x="5080" y="3105"/>
                  </a:cubicBezTo>
                  <a:lnTo>
                    <a:pt x="5080" y="6210"/>
                  </a:lnTo>
                  <a:cubicBezTo>
                    <a:pt x="5080" y="6523"/>
                    <a:pt x="4827" y="6773"/>
                    <a:pt x="4517" y="6773"/>
                  </a:cubicBezTo>
                  <a:cubicBezTo>
                    <a:pt x="4204" y="6773"/>
                    <a:pt x="3951" y="6523"/>
                    <a:pt x="3951" y="6210"/>
                  </a:cubicBezTo>
                  <a:lnTo>
                    <a:pt x="3951" y="847"/>
                  </a:lnTo>
                  <a:cubicBezTo>
                    <a:pt x="3951" y="377"/>
                    <a:pt x="3572" y="0"/>
                    <a:pt x="310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123" name="Google Shape;123;p14"/>
          <p:cNvGrpSpPr/>
          <p:nvPr/>
        </p:nvGrpSpPr>
        <p:grpSpPr>
          <a:xfrm>
            <a:off x="6439441" y="2795567"/>
            <a:ext cx="339253" cy="339253"/>
            <a:chOff x="3271200" y="4992125"/>
            <a:chExt cx="481825" cy="481825"/>
          </a:xfrm>
        </p:grpSpPr>
        <p:sp>
          <p:nvSpPr>
            <p:cNvPr id="124" name="Google Shape;124;p14"/>
            <p:cNvSpPr/>
            <p:nvPr/>
          </p:nvSpPr>
          <p:spPr>
            <a:xfrm>
              <a:off x="3497950" y="5106025"/>
              <a:ext cx="28250" cy="28250"/>
            </a:xfrm>
            <a:custGeom>
              <a:avLst/>
              <a:gdLst/>
              <a:ahLst/>
              <a:cxnLst/>
              <a:rect l="l" t="t" r="r" b="b"/>
              <a:pathLst>
                <a:path w="1130" h="1130" extrusionOk="0">
                  <a:moveTo>
                    <a:pt x="566" y="1"/>
                  </a:moveTo>
                  <a:cubicBezTo>
                    <a:pt x="253" y="1"/>
                    <a:pt x="0" y="251"/>
                    <a:pt x="0" y="564"/>
                  </a:cubicBezTo>
                  <a:cubicBezTo>
                    <a:pt x="0" y="877"/>
                    <a:pt x="253" y="1130"/>
                    <a:pt x="566" y="1130"/>
                  </a:cubicBezTo>
                  <a:cubicBezTo>
                    <a:pt x="877" y="1130"/>
                    <a:pt x="1130" y="877"/>
                    <a:pt x="1130" y="564"/>
                  </a:cubicBezTo>
                  <a:cubicBezTo>
                    <a:pt x="1130" y="251"/>
                    <a:pt x="877" y="1"/>
                    <a:pt x="56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25" name="Google Shape;125;p14"/>
            <p:cNvSpPr/>
            <p:nvPr/>
          </p:nvSpPr>
          <p:spPr>
            <a:xfrm>
              <a:off x="3497950" y="5218950"/>
              <a:ext cx="28250" cy="141175"/>
            </a:xfrm>
            <a:custGeom>
              <a:avLst/>
              <a:gdLst/>
              <a:ahLst/>
              <a:cxnLst/>
              <a:rect l="l" t="t" r="r" b="b"/>
              <a:pathLst>
                <a:path w="1130" h="5647" extrusionOk="0">
                  <a:moveTo>
                    <a:pt x="0" y="0"/>
                  </a:moveTo>
                  <a:lnTo>
                    <a:pt x="0" y="5647"/>
                  </a:lnTo>
                  <a:lnTo>
                    <a:pt x="1130" y="5647"/>
                  </a:lnTo>
                  <a:lnTo>
                    <a:pt x="113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26" name="Google Shape;126;p14"/>
            <p:cNvSpPr/>
            <p:nvPr/>
          </p:nvSpPr>
          <p:spPr>
            <a:xfrm>
              <a:off x="3271200" y="4992125"/>
              <a:ext cx="481825" cy="481825"/>
            </a:xfrm>
            <a:custGeom>
              <a:avLst/>
              <a:gdLst/>
              <a:ahLst/>
              <a:cxnLst/>
              <a:rect l="l" t="t" r="r" b="b"/>
              <a:pathLst>
                <a:path w="19273" h="19273" extrusionOk="0">
                  <a:moveTo>
                    <a:pt x="9636" y="3427"/>
                  </a:moveTo>
                  <a:cubicBezTo>
                    <a:pt x="10320" y="3427"/>
                    <a:pt x="10937" y="3840"/>
                    <a:pt x="11199" y="4472"/>
                  </a:cubicBezTo>
                  <a:cubicBezTo>
                    <a:pt x="11461" y="5105"/>
                    <a:pt x="11317" y="5833"/>
                    <a:pt x="10832" y="6318"/>
                  </a:cubicBezTo>
                  <a:cubicBezTo>
                    <a:pt x="10508" y="6642"/>
                    <a:pt x="10074" y="6814"/>
                    <a:pt x="9634" y="6814"/>
                  </a:cubicBezTo>
                  <a:cubicBezTo>
                    <a:pt x="9415" y="6814"/>
                    <a:pt x="9195" y="6772"/>
                    <a:pt x="8986" y="6686"/>
                  </a:cubicBezTo>
                  <a:cubicBezTo>
                    <a:pt x="8354" y="6424"/>
                    <a:pt x="7941" y="5806"/>
                    <a:pt x="7941" y="5120"/>
                  </a:cubicBezTo>
                  <a:cubicBezTo>
                    <a:pt x="7941" y="4183"/>
                    <a:pt x="8700" y="3427"/>
                    <a:pt x="9636" y="3427"/>
                  </a:cubicBezTo>
                  <a:close/>
                  <a:moveTo>
                    <a:pt x="10766" y="7944"/>
                  </a:moveTo>
                  <a:cubicBezTo>
                    <a:pt x="11076" y="7944"/>
                    <a:pt x="11329" y="8194"/>
                    <a:pt x="11329" y="8507"/>
                  </a:cubicBezTo>
                  <a:lnTo>
                    <a:pt x="11329" y="14720"/>
                  </a:lnTo>
                  <a:lnTo>
                    <a:pt x="11895" y="14720"/>
                  </a:lnTo>
                  <a:cubicBezTo>
                    <a:pt x="12205" y="14720"/>
                    <a:pt x="12458" y="14969"/>
                    <a:pt x="12458" y="15283"/>
                  </a:cubicBezTo>
                  <a:cubicBezTo>
                    <a:pt x="12458" y="15596"/>
                    <a:pt x="12205" y="15849"/>
                    <a:pt x="11895" y="15849"/>
                  </a:cubicBezTo>
                  <a:lnTo>
                    <a:pt x="7378" y="15849"/>
                  </a:lnTo>
                  <a:cubicBezTo>
                    <a:pt x="7065" y="15849"/>
                    <a:pt x="6812" y="15596"/>
                    <a:pt x="6812" y="15283"/>
                  </a:cubicBezTo>
                  <a:cubicBezTo>
                    <a:pt x="6812" y="14969"/>
                    <a:pt x="7065" y="14720"/>
                    <a:pt x="7378" y="14720"/>
                  </a:cubicBezTo>
                  <a:lnTo>
                    <a:pt x="7941" y="14720"/>
                  </a:lnTo>
                  <a:lnTo>
                    <a:pt x="7941" y="9073"/>
                  </a:lnTo>
                  <a:lnTo>
                    <a:pt x="7378" y="9073"/>
                  </a:lnTo>
                  <a:cubicBezTo>
                    <a:pt x="7065" y="9073"/>
                    <a:pt x="6812" y="8821"/>
                    <a:pt x="6812" y="8507"/>
                  </a:cubicBezTo>
                  <a:cubicBezTo>
                    <a:pt x="6812" y="8194"/>
                    <a:pt x="7065" y="7944"/>
                    <a:pt x="7378" y="7944"/>
                  </a:cubicBezTo>
                  <a:close/>
                  <a:moveTo>
                    <a:pt x="1693" y="1"/>
                  </a:moveTo>
                  <a:cubicBezTo>
                    <a:pt x="756" y="1"/>
                    <a:pt x="0" y="759"/>
                    <a:pt x="0" y="1696"/>
                  </a:cubicBezTo>
                  <a:lnTo>
                    <a:pt x="0" y="17580"/>
                  </a:lnTo>
                  <a:cubicBezTo>
                    <a:pt x="0" y="18514"/>
                    <a:pt x="756" y="19273"/>
                    <a:pt x="1693" y="19273"/>
                  </a:cubicBezTo>
                  <a:lnTo>
                    <a:pt x="17577" y="19273"/>
                  </a:lnTo>
                  <a:cubicBezTo>
                    <a:pt x="18514" y="19273"/>
                    <a:pt x="19269" y="18514"/>
                    <a:pt x="19272" y="17580"/>
                  </a:cubicBezTo>
                  <a:lnTo>
                    <a:pt x="19272" y="1696"/>
                  </a:lnTo>
                  <a:cubicBezTo>
                    <a:pt x="19269" y="759"/>
                    <a:pt x="18514" y="1"/>
                    <a:pt x="1757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sp>
        <p:nvSpPr>
          <p:cNvPr id="127" name="Google Shape;127;p14"/>
          <p:cNvSpPr txBox="1">
            <a:spLocks noGrp="1"/>
          </p:cNvSpPr>
          <p:nvPr>
            <p:ph type="ctrTitle" idx="4294967295"/>
          </p:nvPr>
        </p:nvSpPr>
        <p:spPr>
          <a:xfrm>
            <a:off x="3728625" y="268725"/>
            <a:ext cx="1769500" cy="68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H" sz="3600" dirty="0">
                <a:solidFill>
                  <a:schemeClr val="accent5"/>
                </a:solidFill>
              </a:rPr>
              <a:t>Outline</a:t>
            </a:r>
            <a:endParaRPr sz="3600" dirty="0">
              <a:solidFill>
                <a:schemeClr val="accent5"/>
              </a:solidFill>
            </a:endParaRPr>
          </a:p>
        </p:txBody>
      </p:sp>
      <p:pic>
        <p:nvPicPr>
          <p:cNvPr id="128" name="Google Shape;128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56525" y="2412437"/>
            <a:ext cx="1002771" cy="13244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5"/>
          <p:cNvSpPr txBox="1">
            <a:spLocks noGrp="1"/>
          </p:cNvSpPr>
          <p:nvPr>
            <p:ph type="ctrTitle" idx="4294967295"/>
          </p:nvPr>
        </p:nvSpPr>
        <p:spPr>
          <a:xfrm>
            <a:off x="3482025" y="245250"/>
            <a:ext cx="2403600" cy="68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accent5"/>
                </a:solidFill>
              </a:rPr>
              <a:t>Introduction</a:t>
            </a:r>
            <a:endParaRPr sz="3600">
              <a:solidFill>
                <a:schemeClr val="accent5"/>
              </a:solidFill>
            </a:endParaRPr>
          </a:p>
        </p:txBody>
      </p:sp>
      <p:sp>
        <p:nvSpPr>
          <p:cNvPr id="25" name="Google Shape;143;p15">
            <a:extLst>
              <a:ext uri="{FF2B5EF4-FFF2-40B4-BE49-F238E27FC236}">
                <a16:creationId xmlns:a16="http://schemas.microsoft.com/office/drawing/2014/main" id="{DE26305A-922E-46DC-9F07-A6335C672714}"/>
              </a:ext>
            </a:extLst>
          </p:cNvPr>
          <p:cNvSpPr txBox="1">
            <a:spLocks/>
          </p:cNvSpPr>
          <p:nvPr/>
        </p:nvSpPr>
        <p:spPr>
          <a:xfrm>
            <a:off x="3482025" y="245250"/>
            <a:ext cx="2403600" cy="68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SemiBold"/>
              <a:buNone/>
              <a:defRPr sz="2800" b="0" i="0" u="none" strike="noStrike" cap="none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SemiBold"/>
              <a:buNone/>
              <a:defRPr sz="2800" b="0" i="0" u="none" strike="noStrike" cap="none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SemiBold"/>
              <a:buNone/>
              <a:defRPr sz="2800" b="0" i="0" u="none" strike="noStrike" cap="none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SemiBold"/>
              <a:buNone/>
              <a:defRPr sz="2800" b="0" i="0" u="none" strike="noStrike" cap="none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SemiBold"/>
              <a:buNone/>
              <a:defRPr sz="2800" b="0" i="0" u="none" strike="noStrike" cap="none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SemiBold"/>
              <a:buNone/>
              <a:defRPr sz="2800" b="0" i="0" u="none" strike="noStrike" cap="none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SemiBold"/>
              <a:buNone/>
              <a:defRPr sz="2800" b="0" i="0" u="none" strike="noStrike" cap="none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SemiBold"/>
              <a:buNone/>
              <a:defRPr sz="2800" b="0" i="0" u="none" strike="noStrike" cap="none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SemiBold"/>
              <a:buNone/>
              <a:defRPr sz="2800" b="0" i="0" u="none" strike="noStrike" cap="none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9pPr>
          </a:lstStyle>
          <a:p>
            <a:pPr algn="ctr"/>
            <a:r>
              <a:rPr lang="en-US" sz="3600">
                <a:solidFill>
                  <a:schemeClr val="accent5"/>
                </a:solidFill>
              </a:rPr>
              <a:t>Introduction</a:t>
            </a:r>
          </a:p>
        </p:txBody>
      </p:sp>
      <p:sp>
        <p:nvSpPr>
          <p:cNvPr id="26" name="Google Shape;207;p19">
            <a:extLst>
              <a:ext uri="{FF2B5EF4-FFF2-40B4-BE49-F238E27FC236}">
                <a16:creationId xmlns:a16="http://schemas.microsoft.com/office/drawing/2014/main" id="{5BD045C3-9218-4690-B3AA-02E12B93C792}"/>
              </a:ext>
            </a:extLst>
          </p:cNvPr>
          <p:cNvSpPr/>
          <p:nvPr/>
        </p:nvSpPr>
        <p:spPr>
          <a:xfrm>
            <a:off x="1662650" y="1305175"/>
            <a:ext cx="6783304" cy="963028"/>
          </a:xfrm>
          <a:custGeom>
            <a:avLst/>
            <a:gdLst/>
            <a:ahLst/>
            <a:cxnLst/>
            <a:rect l="l" t="t" r="r" b="b"/>
            <a:pathLst>
              <a:path w="50411" h="4522" extrusionOk="0">
                <a:moveTo>
                  <a:pt x="686" y="0"/>
                </a:moveTo>
                <a:cubicBezTo>
                  <a:pt x="308" y="0"/>
                  <a:pt x="1" y="307"/>
                  <a:pt x="1" y="686"/>
                </a:cubicBezTo>
                <a:lnTo>
                  <a:pt x="1" y="3836"/>
                </a:lnTo>
                <a:cubicBezTo>
                  <a:pt x="1" y="4215"/>
                  <a:pt x="308" y="4522"/>
                  <a:pt x="686" y="4522"/>
                </a:cubicBezTo>
                <a:lnTo>
                  <a:pt x="49723" y="4522"/>
                </a:lnTo>
                <a:cubicBezTo>
                  <a:pt x="50101" y="4522"/>
                  <a:pt x="50408" y="4215"/>
                  <a:pt x="50408" y="3836"/>
                </a:cubicBezTo>
                <a:lnTo>
                  <a:pt x="50410" y="3836"/>
                </a:lnTo>
                <a:lnTo>
                  <a:pt x="50410" y="686"/>
                </a:lnTo>
                <a:cubicBezTo>
                  <a:pt x="50410" y="307"/>
                  <a:pt x="50103" y="0"/>
                  <a:pt x="49724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just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 b="1" dirty="0">
                <a:latin typeface="Trebuchet MS" panose="020B0603020202020204" pitchFamily="34" charset="0"/>
              </a:rPr>
              <a:t>Emotion</a:t>
            </a:r>
            <a:r>
              <a:rPr lang="en-US" sz="1600" dirty="0">
                <a:latin typeface="Trebuchet MS" panose="020B0603020202020204" pitchFamily="34" charset="0"/>
              </a:rPr>
              <a:t> is a complex psychological and physiological response that reflects how humans feel in different situations. </a:t>
            </a:r>
            <a:endParaRPr sz="1600" dirty="0">
              <a:latin typeface="Trebuchet MS" panose="020B0603020202020204" pitchFamily="34" charset="0"/>
            </a:endParaRPr>
          </a:p>
        </p:txBody>
      </p:sp>
      <p:sp>
        <p:nvSpPr>
          <p:cNvPr id="27" name="Google Shape;208;p19">
            <a:extLst>
              <a:ext uri="{FF2B5EF4-FFF2-40B4-BE49-F238E27FC236}">
                <a16:creationId xmlns:a16="http://schemas.microsoft.com/office/drawing/2014/main" id="{1CC415E5-136C-4D94-BC63-8363F9377C25}"/>
              </a:ext>
            </a:extLst>
          </p:cNvPr>
          <p:cNvSpPr/>
          <p:nvPr/>
        </p:nvSpPr>
        <p:spPr>
          <a:xfrm>
            <a:off x="740455" y="1509608"/>
            <a:ext cx="554207" cy="554145"/>
          </a:xfrm>
          <a:custGeom>
            <a:avLst/>
            <a:gdLst/>
            <a:ahLst/>
            <a:cxnLst/>
            <a:rect l="l" t="t" r="r" b="b"/>
            <a:pathLst>
              <a:path w="9042" h="9041" extrusionOk="0">
                <a:moveTo>
                  <a:pt x="4521" y="0"/>
                </a:moveTo>
                <a:cubicBezTo>
                  <a:pt x="2025" y="0"/>
                  <a:pt x="1" y="2024"/>
                  <a:pt x="1" y="4521"/>
                </a:cubicBezTo>
                <a:cubicBezTo>
                  <a:pt x="1" y="7017"/>
                  <a:pt x="2025" y="9040"/>
                  <a:pt x="4521" y="9040"/>
                </a:cubicBezTo>
                <a:cubicBezTo>
                  <a:pt x="7018" y="9040"/>
                  <a:pt x="9042" y="7017"/>
                  <a:pt x="9042" y="4521"/>
                </a:cubicBezTo>
                <a:cubicBezTo>
                  <a:pt x="9042" y="2024"/>
                  <a:pt x="7018" y="0"/>
                  <a:pt x="4521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" name="Google Shape;209;p19">
            <a:extLst>
              <a:ext uri="{FF2B5EF4-FFF2-40B4-BE49-F238E27FC236}">
                <a16:creationId xmlns:a16="http://schemas.microsoft.com/office/drawing/2014/main" id="{34794F5F-D79A-40ED-9F3E-A3C5F76B93D9}"/>
              </a:ext>
            </a:extLst>
          </p:cNvPr>
          <p:cNvSpPr/>
          <p:nvPr/>
        </p:nvSpPr>
        <p:spPr>
          <a:xfrm>
            <a:off x="788077" y="1564546"/>
            <a:ext cx="458958" cy="458958"/>
          </a:xfrm>
          <a:custGeom>
            <a:avLst/>
            <a:gdLst/>
            <a:ahLst/>
            <a:cxnLst/>
            <a:rect l="l" t="t" r="r" b="b"/>
            <a:pathLst>
              <a:path w="7488" h="7488" extrusionOk="0">
                <a:moveTo>
                  <a:pt x="3745" y="1"/>
                </a:moveTo>
                <a:cubicBezTo>
                  <a:pt x="3745" y="1"/>
                  <a:pt x="3744" y="1"/>
                  <a:pt x="3743" y="1"/>
                </a:cubicBezTo>
                <a:cubicBezTo>
                  <a:pt x="1675" y="1"/>
                  <a:pt x="0" y="1677"/>
                  <a:pt x="0" y="3745"/>
                </a:cubicBezTo>
                <a:cubicBezTo>
                  <a:pt x="0" y="5813"/>
                  <a:pt x="1675" y="7488"/>
                  <a:pt x="3743" y="7488"/>
                </a:cubicBezTo>
                <a:cubicBezTo>
                  <a:pt x="5812" y="7488"/>
                  <a:pt x="7487" y="5813"/>
                  <a:pt x="7487" y="3745"/>
                </a:cubicBezTo>
                <a:cubicBezTo>
                  <a:pt x="7487" y="1677"/>
                  <a:pt x="5811" y="1"/>
                  <a:pt x="3745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" name="Google Shape;210;p19">
            <a:extLst>
              <a:ext uri="{FF2B5EF4-FFF2-40B4-BE49-F238E27FC236}">
                <a16:creationId xmlns:a16="http://schemas.microsoft.com/office/drawing/2014/main" id="{4BE27FBA-0C57-4D79-847F-6CB19BBD92F1}"/>
              </a:ext>
            </a:extLst>
          </p:cNvPr>
          <p:cNvSpPr txBox="1"/>
          <p:nvPr/>
        </p:nvSpPr>
        <p:spPr>
          <a:xfrm>
            <a:off x="805850" y="1564538"/>
            <a:ext cx="426300" cy="44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A</a:t>
            </a:r>
            <a:endParaRPr sz="2100" b="1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30" name="Google Shape;211;p19">
            <a:extLst>
              <a:ext uri="{FF2B5EF4-FFF2-40B4-BE49-F238E27FC236}">
                <a16:creationId xmlns:a16="http://schemas.microsoft.com/office/drawing/2014/main" id="{60DFB7BA-D79E-45BA-9A2D-8E9C48253189}"/>
              </a:ext>
            </a:extLst>
          </p:cNvPr>
          <p:cNvSpPr/>
          <p:nvPr/>
        </p:nvSpPr>
        <p:spPr>
          <a:xfrm>
            <a:off x="740443" y="2754007"/>
            <a:ext cx="554207" cy="554145"/>
          </a:xfrm>
          <a:custGeom>
            <a:avLst/>
            <a:gdLst/>
            <a:ahLst/>
            <a:cxnLst/>
            <a:rect l="l" t="t" r="r" b="b"/>
            <a:pathLst>
              <a:path w="9042" h="9041" extrusionOk="0">
                <a:moveTo>
                  <a:pt x="4521" y="0"/>
                </a:moveTo>
                <a:cubicBezTo>
                  <a:pt x="2025" y="0"/>
                  <a:pt x="1" y="2024"/>
                  <a:pt x="1" y="4521"/>
                </a:cubicBezTo>
                <a:cubicBezTo>
                  <a:pt x="1" y="7017"/>
                  <a:pt x="2025" y="9040"/>
                  <a:pt x="4521" y="9040"/>
                </a:cubicBezTo>
                <a:cubicBezTo>
                  <a:pt x="7018" y="9040"/>
                  <a:pt x="9042" y="7017"/>
                  <a:pt x="9042" y="4521"/>
                </a:cubicBezTo>
                <a:cubicBezTo>
                  <a:pt x="9042" y="2024"/>
                  <a:pt x="7018" y="0"/>
                  <a:pt x="4521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" name="Google Shape;212;p19">
            <a:extLst>
              <a:ext uri="{FF2B5EF4-FFF2-40B4-BE49-F238E27FC236}">
                <a16:creationId xmlns:a16="http://schemas.microsoft.com/office/drawing/2014/main" id="{D6793F8C-2B8F-40DC-97FE-DD930339B126}"/>
              </a:ext>
            </a:extLst>
          </p:cNvPr>
          <p:cNvSpPr/>
          <p:nvPr/>
        </p:nvSpPr>
        <p:spPr>
          <a:xfrm>
            <a:off x="788189" y="2801570"/>
            <a:ext cx="458958" cy="458958"/>
          </a:xfrm>
          <a:custGeom>
            <a:avLst/>
            <a:gdLst/>
            <a:ahLst/>
            <a:cxnLst/>
            <a:rect l="l" t="t" r="r" b="b"/>
            <a:pathLst>
              <a:path w="7488" h="7488" extrusionOk="0">
                <a:moveTo>
                  <a:pt x="3743" y="1"/>
                </a:moveTo>
                <a:cubicBezTo>
                  <a:pt x="1675" y="1"/>
                  <a:pt x="0" y="1676"/>
                  <a:pt x="0" y="3745"/>
                </a:cubicBezTo>
                <a:cubicBezTo>
                  <a:pt x="0" y="5813"/>
                  <a:pt x="1675" y="7488"/>
                  <a:pt x="3743" y="7488"/>
                </a:cubicBezTo>
                <a:cubicBezTo>
                  <a:pt x="5812" y="7488"/>
                  <a:pt x="7487" y="5813"/>
                  <a:pt x="7487" y="3745"/>
                </a:cubicBezTo>
                <a:cubicBezTo>
                  <a:pt x="7487" y="1678"/>
                  <a:pt x="5810" y="1"/>
                  <a:pt x="374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" name="Google Shape;213;p19">
            <a:extLst>
              <a:ext uri="{FF2B5EF4-FFF2-40B4-BE49-F238E27FC236}">
                <a16:creationId xmlns:a16="http://schemas.microsoft.com/office/drawing/2014/main" id="{02992C93-B99F-4B3F-821C-8E3B4D48276B}"/>
              </a:ext>
            </a:extLst>
          </p:cNvPr>
          <p:cNvSpPr txBox="1"/>
          <p:nvPr/>
        </p:nvSpPr>
        <p:spPr>
          <a:xfrm>
            <a:off x="805963" y="2789513"/>
            <a:ext cx="426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B</a:t>
            </a:r>
            <a:endParaRPr sz="2100" b="1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33" name="Google Shape;214;p19">
            <a:extLst>
              <a:ext uri="{FF2B5EF4-FFF2-40B4-BE49-F238E27FC236}">
                <a16:creationId xmlns:a16="http://schemas.microsoft.com/office/drawing/2014/main" id="{646B97F7-056B-4550-9783-1FB44B937B28}"/>
              </a:ext>
            </a:extLst>
          </p:cNvPr>
          <p:cNvSpPr/>
          <p:nvPr/>
        </p:nvSpPr>
        <p:spPr>
          <a:xfrm>
            <a:off x="742693" y="3998418"/>
            <a:ext cx="554207" cy="554145"/>
          </a:xfrm>
          <a:custGeom>
            <a:avLst/>
            <a:gdLst/>
            <a:ahLst/>
            <a:cxnLst/>
            <a:rect l="l" t="t" r="r" b="b"/>
            <a:pathLst>
              <a:path w="9042" h="9041" extrusionOk="0">
                <a:moveTo>
                  <a:pt x="4521" y="0"/>
                </a:moveTo>
                <a:cubicBezTo>
                  <a:pt x="2025" y="0"/>
                  <a:pt x="1" y="2024"/>
                  <a:pt x="1" y="4521"/>
                </a:cubicBezTo>
                <a:cubicBezTo>
                  <a:pt x="1" y="7017"/>
                  <a:pt x="2025" y="9040"/>
                  <a:pt x="4521" y="9040"/>
                </a:cubicBezTo>
                <a:cubicBezTo>
                  <a:pt x="7018" y="9040"/>
                  <a:pt x="9042" y="7017"/>
                  <a:pt x="9042" y="4521"/>
                </a:cubicBezTo>
                <a:cubicBezTo>
                  <a:pt x="9042" y="2024"/>
                  <a:pt x="7018" y="0"/>
                  <a:pt x="4521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" name="Google Shape;215;p19">
            <a:extLst>
              <a:ext uri="{FF2B5EF4-FFF2-40B4-BE49-F238E27FC236}">
                <a16:creationId xmlns:a16="http://schemas.microsoft.com/office/drawing/2014/main" id="{FEDAE005-C5E0-46AC-BC83-E314989A2F9D}"/>
              </a:ext>
            </a:extLst>
          </p:cNvPr>
          <p:cNvSpPr/>
          <p:nvPr/>
        </p:nvSpPr>
        <p:spPr>
          <a:xfrm>
            <a:off x="790439" y="4045981"/>
            <a:ext cx="458958" cy="458958"/>
          </a:xfrm>
          <a:custGeom>
            <a:avLst/>
            <a:gdLst/>
            <a:ahLst/>
            <a:cxnLst/>
            <a:rect l="l" t="t" r="r" b="b"/>
            <a:pathLst>
              <a:path w="7488" h="7488" extrusionOk="0">
                <a:moveTo>
                  <a:pt x="3743" y="1"/>
                </a:moveTo>
                <a:cubicBezTo>
                  <a:pt x="1675" y="1"/>
                  <a:pt x="0" y="1676"/>
                  <a:pt x="0" y="3745"/>
                </a:cubicBezTo>
                <a:cubicBezTo>
                  <a:pt x="0" y="5813"/>
                  <a:pt x="1675" y="7488"/>
                  <a:pt x="3743" y="7488"/>
                </a:cubicBezTo>
                <a:cubicBezTo>
                  <a:pt x="5812" y="7488"/>
                  <a:pt x="7487" y="5813"/>
                  <a:pt x="7487" y="3745"/>
                </a:cubicBezTo>
                <a:cubicBezTo>
                  <a:pt x="7487" y="1676"/>
                  <a:pt x="5810" y="1"/>
                  <a:pt x="3743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" name="Google Shape;216;p19">
            <a:extLst>
              <a:ext uri="{FF2B5EF4-FFF2-40B4-BE49-F238E27FC236}">
                <a16:creationId xmlns:a16="http://schemas.microsoft.com/office/drawing/2014/main" id="{94920C9D-BF14-4CCD-82D9-05FE9B73F395}"/>
              </a:ext>
            </a:extLst>
          </p:cNvPr>
          <p:cNvSpPr txBox="1"/>
          <p:nvPr/>
        </p:nvSpPr>
        <p:spPr>
          <a:xfrm>
            <a:off x="808213" y="4045950"/>
            <a:ext cx="426300" cy="45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C</a:t>
            </a:r>
            <a:endParaRPr sz="2100" b="1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36" name="Google Shape;217;p19">
            <a:extLst>
              <a:ext uri="{FF2B5EF4-FFF2-40B4-BE49-F238E27FC236}">
                <a16:creationId xmlns:a16="http://schemas.microsoft.com/office/drawing/2014/main" id="{EF937FAE-21E1-44F0-925E-2FAB53C116B2}"/>
              </a:ext>
            </a:extLst>
          </p:cNvPr>
          <p:cNvSpPr/>
          <p:nvPr/>
        </p:nvSpPr>
        <p:spPr>
          <a:xfrm>
            <a:off x="1620253" y="2640828"/>
            <a:ext cx="6783304" cy="963028"/>
          </a:xfrm>
          <a:custGeom>
            <a:avLst/>
            <a:gdLst/>
            <a:ahLst/>
            <a:cxnLst/>
            <a:rect l="l" t="t" r="r" b="b"/>
            <a:pathLst>
              <a:path w="50411" h="4522" extrusionOk="0">
                <a:moveTo>
                  <a:pt x="686" y="0"/>
                </a:moveTo>
                <a:cubicBezTo>
                  <a:pt x="308" y="0"/>
                  <a:pt x="1" y="307"/>
                  <a:pt x="1" y="686"/>
                </a:cubicBezTo>
                <a:lnTo>
                  <a:pt x="1" y="3836"/>
                </a:lnTo>
                <a:cubicBezTo>
                  <a:pt x="1" y="4215"/>
                  <a:pt x="308" y="4522"/>
                  <a:pt x="686" y="4522"/>
                </a:cubicBezTo>
                <a:lnTo>
                  <a:pt x="49723" y="4522"/>
                </a:lnTo>
                <a:cubicBezTo>
                  <a:pt x="50101" y="4522"/>
                  <a:pt x="50408" y="4215"/>
                  <a:pt x="50408" y="3836"/>
                </a:cubicBezTo>
                <a:lnTo>
                  <a:pt x="50410" y="3836"/>
                </a:lnTo>
                <a:lnTo>
                  <a:pt x="50410" y="686"/>
                </a:lnTo>
                <a:cubicBezTo>
                  <a:pt x="50410" y="307"/>
                  <a:pt x="50103" y="0"/>
                  <a:pt x="49724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latin typeface="Trebuchet MS" panose="020B0603020202020204" pitchFamily="34" charset="0"/>
              </a:rPr>
              <a:t>Emotions</a:t>
            </a:r>
            <a:r>
              <a:rPr lang="en-US" sz="1600" dirty="0">
                <a:latin typeface="Trebuchet MS" panose="020B0603020202020204" pitchFamily="34" charset="0"/>
              </a:rPr>
              <a:t> are an important part of our daily life. They affect how we think, communicate, and interact with others</a:t>
            </a:r>
            <a:endParaRPr sz="1600" dirty="0">
              <a:solidFill>
                <a:schemeClr val="dk1"/>
              </a:solidFill>
              <a:latin typeface="Trebuchet MS" panose="020B0603020202020204" pitchFamily="34" charset="0"/>
              <a:ea typeface="Trebuchet MS"/>
              <a:cs typeface="Trebuchet MS"/>
              <a:sym typeface="Trebuchet MS"/>
            </a:endParaRPr>
          </a:p>
        </p:txBody>
      </p:sp>
      <p:sp>
        <p:nvSpPr>
          <p:cNvPr id="37" name="Google Shape;218;p19">
            <a:extLst>
              <a:ext uri="{FF2B5EF4-FFF2-40B4-BE49-F238E27FC236}">
                <a16:creationId xmlns:a16="http://schemas.microsoft.com/office/drawing/2014/main" id="{7C1A9FC0-55EC-413C-AD82-E7563D53069A}"/>
              </a:ext>
            </a:extLst>
          </p:cNvPr>
          <p:cNvSpPr/>
          <p:nvPr/>
        </p:nvSpPr>
        <p:spPr>
          <a:xfrm>
            <a:off x="1570257" y="3793936"/>
            <a:ext cx="6783304" cy="963028"/>
          </a:xfrm>
          <a:custGeom>
            <a:avLst/>
            <a:gdLst/>
            <a:ahLst/>
            <a:cxnLst/>
            <a:rect l="l" t="t" r="r" b="b"/>
            <a:pathLst>
              <a:path w="50411" h="4522" extrusionOk="0">
                <a:moveTo>
                  <a:pt x="686" y="0"/>
                </a:moveTo>
                <a:cubicBezTo>
                  <a:pt x="308" y="0"/>
                  <a:pt x="1" y="307"/>
                  <a:pt x="1" y="686"/>
                </a:cubicBezTo>
                <a:lnTo>
                  <a:pt x="1" y="3836"/>
                </a:lnTo>
                <a:cubicBezTo>
                  <a:pt x="1" y="4215"/>
                  <a:pt x="308" y="4522"/>
                  <a:pt x="686" y="4522"/>
                </a:cubicBezTo>
                <a:lnTo>
                  <a:pt x="49723" y="4522"/>
                </a:lnTo>
                <a:cubicBezTo>
                  <a:pt x="50101" y="4522"/>
                  <a:pt x="50408" y="4215"/>
                  <a:pt x="50408" y="3836"/>
                </a:cubicBezTo>
                <a:lnTo>
                  <a:pt x="50410" y="3836"/>
                </a:lnTo>
                <a:lnTo>
                  <a:pt x="50410" y="686"/>
                </a:lnTo>
                <a:cubicBezTo>
                  <a:pt x="50410" y="307"/>
                  <a:pt x="50103" y="0"/>
                  <a:pt x="49724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just"/>
            <a:endParaRPr lang="en-CH" sz="1600" dirty="0">
              <a:solidFill>
                <a:srgbClr val="000000"/>
              </a:solidFill>
              <a:latin typeface="Trebuchet MS" panose="020B0603020202020204" pitchFamily="34" charset="0"/>
            </a:endParaRPr>
          </a:p>
          <a:p>
            <a:pPr algn="just"/>
            <a:r>
              <a:rPr lang="en-GB" sz="1600" dirty="0">
                <a:solidFill>
                  <a:srgbClr val="000000"/>
                </a:solidFill>
                <a:latin typeface="Trebuchet MS" panose="020B0603020202020204" pitchFamily="34" charset="0"/>
              </a:rPr>
              <a:t>Emotion detection and analysis have been widely researched, with applications in diverse fields such as </a:t>
            </a:r>
            <a:r>
              <a:rPr lang="en-GB" sz="1600" b="1" dirty="0">
                <a:solidFill>
                  <a:srgbClr val="000000"/>
                </a:solidFill>
                <a:latin typeface="Trebuchet MS" panose="020B0603020202020204" pitchFamily="34" charset="0"/>
              </a:rPr>
              <a:t>psychology</a:t>
            </a:r>
            <a:r>
              <a:rPr lang="en-GB" sz="1600" dirty="0">
                <a:solidFill>
                  <a:srgbClr val="000000"/>
                </a:solidFill>
                <a:latin typeface="Trebuchet MS" panose="020B0603020202020204" pitchFamily="34" charset="0"/>
              </a:rPr>
              <a:t>,</a:t>
            </a:r>
            <a:r>
              <a:rPr lang="en-GB" sz="1600" b="1" dirty="0">
                <a:solidFill>
                  <a:srgbClr val="000000"/>
                </a:solidFill>
              </a:rPr>
              <a:t> </a:t>
            </a:r>
            <a:r>
              <a:rPr lang="en-GB" sz="1600" b="1" dirty="0" err="1">
                <a:solidFill>
                  <a:srgbClr val="000000"/>
                </a:solidFill>
              </a:rPr>
              <a:t>behavioral</a:t>
            </a:r>
            <a:r>
              <a:rPr lang="en-GB" sz="1600" b="1" dirty="0">
                <a:solidFill>
                  <a:srgbClr val="000000"/>
                </a:solidFill>
              </a:rPr>
              <a:t> sciences</a:t>
            </a:r>
            <a:r>
              <a:rPr lang="en-GB" sz="1600" dirty="0">
                <a:solidFill>
                  <a:srgbClr val="000000"/>
                </a:solidFill>
                <a:latin typeface="Trebuchet MS" panose="020B0603020202020204" pitchFamily="34" charset="0"/>
              </a:rPr>
              <a:t>, </a:t>
            </a:r>
            <a:r>
              <a:rPr lang="en-GB" sz="1600" b="1" dirty="0">
                <a:solidFill>
                  <a:srgbClr val="000000"/>
                </a:solidFill>
                <a:latin typeface="Trebuchet MS" panose="020B0603020202020204" pitchFamily="34" charset="0"/>
              </a:rPr>
              <a:t>computer science</a:t>
            </a:r>
            <a:r>
              <a:rPr lang="en-GB" sz="1600" dirty="0">
                <a:solidFill>
                  <a:srgbClr val="000000"/>
                </a:solidFill>
                <a:latin typeface="Trebuchet MS" panose="020B0603020202020204" pitchFamily="34" charset="0"/>
              </a:rPr>
              <a:t>, </a:t>
            </a:r>
            <a:r>
              <a:rPr lang="en-CH" sz="1600" dirty="0">
                <a:solidFill>
                  <a:srgbClr val="000000"/>
                </a:solidFill>
                <a:latin typeface="Trebuchet MS" panose="020B0603020202020204" pitchFamily="34" charset="0"/>
              </a:rPr>
              <a:t>........,</a:t>
            </a:r>
            <a:endParaRPr lang="en-GB" sz="1600" dirty="0">
              <a:solidFill>
                <a:srgbClr val="000000"/>
              </a:solidFill>
              <a:latin typeface="Trebuchet MS" panose="020B0603020202020204" pitchFamily="34" charset="0"/>
            </a:endParaRPr>
          </a:p>
          <a:p>
            <a:pPr marL="285750" indent="-285750" algn="just">
              <a:buFont typeface="Wingdings" panose="05000000000000000000" pitchFamily="2" charset="2"/>
              <a:buChar char="v"/>
            </a:pPr>
            <a:endParaRPr lang="en-GB" sz="1600" dirty="0">
              <a:solidFill>
                <a:srgbClr val="000000"/>
              </a:solidFill>
              <a:latin typeface="Trebuchet MS" panose="020B0603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6"/>
          <p:cNvSpPr txBox="1">
            <a:spLocks noGrp="1"/>
          </p:cNvSpPr>
          <p:nvPr>
            <p:ph type="ctrTitle" idx="4294967295"/>
          </p:nvPr>
        </p:nvSpPr>
        <p:spPr>
          <a:xfrm>
            <a:off x="2052300" y="205945"/>
            <a:ext cx="4797120" cy="68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 dirty="0">
                <a:solidFill>
                  <a:schemeClr val="accent5"/>
                </a:solidFill>
              </a:rPr>
              <a:t>Main emotion modalities</a:t>
            </a:r>
            <a:endParaRPr sz="3600" dirty="0">
              <a:solidFill>
                <a:schemeClr val="accent5"/>
              </a:solidFill>
            </a:endParaRPr>
          </a:p>
        </p:txBody>
      </p:sp>
      <p:sp>
        <p:nvSpPr>
          <p:cNvPr id="7" name="Google Shape;63;p15">
            <a:extLst>
              <a:ext uri="{FF2B5EF4-FFF2-40B4-BE49-F238E27FC236}">
                <a16:creationId xmlns:a16="http://schemas.microsoft.com/office/drawing/2014/main" id="{5174B4BB-987A-40CD-AF3A-70BDC81B5154}"/>
              </a:ext>
            </a:extLst>
          </p:cNvPr>
          <p:cNvSpPr/>
          <p:nvPr/>
        </p:nvSpPr>
        <p:spPr>
          <a:xfrm rot="5400000">
            <a:off x="3644160" y="972787"/>
            <a:ext cx="1230000" cy="12684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857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0" name="Google Shape;73;p15">
            <a:extLst>
              <a:ext uri="{FF2B5EF4-FFF2-40B4-BE49-F238E27FC236}">
                <a16:creationId xmlns:a16="http://schemas.microsoft.com/office/drawing/2014/main" id="{8FEC2D15-2AF1-4812-A7A8-429F944453AB}"/>
              </a:ext>
            </a:extLst>
          </p:cNvPr>
          <p:cNvCxnSpPr>
            <a:cxnSpLocks/>
          </p:cNvCxnSpPr>
          <p:nvPr/>
        </p:nvCxnSpPr>
        <p:spPr>
          <a:xfrm rot="10800000" flipV="1">
            <a:off x="855541" y="2843793"/>
            <a:ext cx="3322621" cy="792086"/>
          </a:xfrm>
          <a:prstGeom prst="bentConnector3">
            <a:avLst>
              <a:gd name="adj1" fmla="val 99307"/>
            </a:avLst>
          </a:prstGeom>
          <a:noFill/>
          <a:ln w="28575" cap="flat" cmpd="sng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" name="Google Shape;75;p15">
            <a:extLst>
              <a:ext uri="{FF2B5EF4-FFF2-40B4-BE49-F238E27FC236}">
                <a16:creationId xmlns:a16="http://schemas.microsoft.com/office/drawing/2014/main" id="{CE4D73E9-8237-437D-98CB-A38B0B19DC2B}"/>
              </a:ext>
            </a:extLst>
          </p:cNvPr>
          <p:cNvCxnSpPr>
            <a:cxnSpLocks/>
          </p:cNvCxnSpPr>
          <p:nvPr/>
        </p:nvCxnSpPr>
        <p:spPr>
          <a:xfrm rot="-5400000" flipH="1">
            <a:off x="3822210" y="2642664"/>
            <a:ext cx="1257300" cy="383400"/>
          </a:xfrm>
          <a:prstGeom prst="bentConnector3">
            <a:avLst>
              <a:gd name="adj1" fmla="val 50004"/>
            </a:avLst>
          </a:prstGeom>
          <a:noFill/>
          <a:ln w="28575" cap="flat" cmpd="sng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" name="Google Shape;76;p15">
            <a:extLst>
              <a:ext uri="{FF2B5EF4-FFF2-40B4-BE49-F238E27FC236}">
                <a16:creationId xmlns:a16="http://schemas.microsoft.com/office/drawing/2014/main" id="{A34F0A3B-2ACC-43BC-BE08-FB810B39B71A}"/>
              </a:ext>
            </a:extLst>
          </p:cNvPr>
          <p:cNvCxnSpPr>
            <a:cxnSpLocks/>
          </p:cNvCxnSpPr>
          <p:nvPr/>
        </p:nvCxnSpPr>
        <p:spPr>
          <a:xfrm>
            <a:off x="3504449" y="2843793"/>
            <a:ext cx="4820287" cy="651431"/>
          </a:xfrm>
          <a:prstGeom prst="bentConnector3">
            <a:avLst>
              <a:gd name="adj1" fmla="val 99480"/>
            </a:avLst>
          </a:prstGeom>
          <a:noFill/>
          <a:ln w="28575" cap="flat" cmpd="sng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49" name="Google Shape;497;p57">
            <a:extLst>
              <a:ext uri="{FF2B5EF4-FFF2-40B4-BE49-F238E27FC236}">
                <a16:creationId xmlns:a16="http://schemas.microsoft.com/office/drawing/2014/main" id="{8E9BB547-A306-4E71-ADA5-DCDD3147952D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97829" y="991987"/>
            <a:ext cx="1322662" cy="1290451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9" name="Google Shape;1230;p45">
            <a:extLst>
              <a:ext uri="{FF2B5EF4-FFF2-40B4-BE49-F238E27FC236}">
                <a16:creationId xmlns:a16="http://schemas.microsoft.com/office/drawing/2014/main" id="{82F00674-6ED8-4A48-9D72-45486D51B3CD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2559" y="3784307"/>
            <a:ext cx="887875" cy="1036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229;p45">
            <a:extLst>
              <a:ext uri="{FF2B5EF4-FFF2-40B4-BE49-F238E27FC236}">
                <a16:creationId xmlns:a16="http://schemas.microsoft.com/office/drawing/2014/main" id="{7CA9A253-AD98-42A6-A66B-AE25DA3437AC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835911" y="3955019"/>
            <a:ext cx="977650" cy="60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231;p45">
            <a:extLst>
              <a:ext uri="{FF2B5EF4-FFF2-40B4-BE49-F238E27FC236}">
                <a16:creationId xmlns:a16="http://schemas.microsoft.com/office/drawing/2014/main" id="{FB8C857F-DCC1-4BC8-A772-39722B982552}"/>
              </a:ext>
            </a:extLst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250189" y="3802619"/>
            <a:ext cx="914400" cy="91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" name="Google Shape;153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56375" y="0"/>
            <a:ext cx="9200375" cy="5175211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95614FA5-0E43-427D-8958-37846FF7D2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79661" y="362712"/>
            <a:ext cx="6606214" cy="610863"/>
          </a:xfrm>
        </p:spPr>
        <p:txBody>
          <a:bodyPr rtlCol="0">
            <a:normAutofit fontScale="90000"/>
          </a:bodyPr>
          <a:lstStyle/>
          <a:p>
            <a:pPr algn="l">
              <a:lnSpc>
                <a:spcPts val="3000"/>
              </a:lnSpc>
              <a:spcBef>
                <a:spcPts val="750"/>
              </a:spcBef>
              <a:spcAft>
                <a:spcPts val="600"/>
              </a:spcAft>
            </a:pPr>
            <a:r>
              <a:rPr lang="en-GB" b="0" i="0" dirty="0">
                <a:solidFill>
                  <a:srgbClr val="002060"/>
                </a:solidFill>
                <a:effectLst/>
                <a:latin typeface="Oswald" panose="020F0502020204030204" pitchFamily="2" charset="0"/>
              </a:rPr>
              <a:t>Arabic Speaking Countries 2025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9CAE9A5-F077-452E-B6CC-533F0B5E8218}"/>
              </a:ext>
            </a:extLst>
          </p:cNvPr>
          <p:cNvSpPr txBox="1"/>
          <p:nvPr/>
        </p:nvSpPr>
        <p:spPr>
          <a:xfrm>
            <a:off x="-56375" y="3460743"/>
            <a:ext cx="236875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solidFill>
                  <a:srgbClr val="002060"/>
                </a:solidFill>
              </a:rPr>
              <a:t>worldpopulationreview.com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8"/>
          <p:cNvSpPr/>
          <p:nvPr/>
        </p:nvSpPr>
        <p:spPr>
          <a:xfrm rot="10800000">
            <a:off x="361403" y="932950"/>
            <a:ext cx="8547464" cy="1526166"/>
          </a:xfrm>
          <a:prstGeom prst="rect">
            <a:avLst/>
          </a:prstGeom>
          <a:gradFill>
            <a:gsLst>
              <a:gs pos="0">
                <a:srgbClr val="EFEFEF"/>
              </a:gs>
              <a:gs pos="64000">
                <a:srgbClr val="F3F3F3"/>
              </a:gs>
              <a:gs pos="100000">
                <a:srgbClr val="FFFFFF">
                  <a:alpha val="0"/>
                </a:srgbClr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p18"/>
          <p:cNvSpPr txBox="1"/>
          <p:nvPr/>
        </p:nvSpPr>
        <p:spPr>
          <a:xfrm>
            <a:off x="584074" y="1040998"/>
            <a:ext cx="8559926" cy="13100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dirty="0">
                <a:effectLst/>
                <a:latin typeface="Trebuchet MS" panose="020B0603020202020204" pitchFamily="34" charset="0"/>
              </a:rPr>
              <a:t>First, Arabic is not a single, uniform language. While </a:t>
            </a:r>
            <a:r>
              <a:rPr lang="en-US" sz="1600" b="1" i="0" dirty="0">
                <a:effectLst/>
                <a:latin typeface="Trebuchet MS" panose="020B0603020202020204" pitchFamily="34" charset="0"/>
              </a:rPr>
              <a:t>Modern Standard Arabic (MSA)</a:t>
            </a:r>
            <a:r>
              <a:rPr lang="en-US" sz="1600" b="0" i="0" dirty="0">
                <a:effectLst/>
                <a:latin typeface="Trebuchet MS" panose="020B0603020202020204" pitchFamily="34" charset="0"/>
              </a:rPr>
              <a:t> is used in news, government, and education, everyday conversations take place in dialects Each dialect has its own vocabulary, grammar and even different spellings for the same word. A model trained without attention to this diversity can easily </a:t>
            </a:r>
            <a:r>
              <a:rPr lang="en-US" sz="1600" dirty="0">
                <a:latin typeface="Trebuchet MS" panose="020B0603020202020204" pitchFamily="34" charset="0"/>
              </a:rPr>
              <a:t>take the wrong meaning</a:t>
            </a:r>
            <a:r>
              <a:rPr lang="en-CH" sz="1600" dirty="0">
                <a:latin typeface="Trebuchet MS" panose="020B0603020202020204" pitchFamily="34" charset="0"/>
              </a:rPr>
              <a:t> of</a:t>
            </a:r>
            <a:r>
              <a:rPr lang="en-US" sz="2000" dirty="0"/>
              <a:t> </a:t>
            </a:r>
            <a:r>
              <a:rPr lang="en-US" sz="1600" b="0" i="0" dirty="0">
                <a:effectLst/>
                <a:latin typeface="Trebuchet MS" panose="020B0603020202020204" pitchFamily="34" charset="0"/>
              </a:rPr>
              <a:t>what a user is asking.</a:t>
            </a:r>
            <a:endParaRPr sz="1200" dirty="0">
              <a:solidFill>
                <a:srgbClr val="000000"/>
              </a:solidFill>
              <a:latin typeface="Trebuchet MS" panose="020B0603020202020204" pitchFamily="34" charset="0"/>
              <a:ea typeface="Trebuchet MS"/>
              <a:cs typeface="Trebuchet MS"/>
              <a:sym typeface="Trebuchet MS"/>
            </a:endParaRPr>
          </a:p>
        </p:txBody>
      </p:sp>
      <p:sp>
        <p:nvSpPr>
          <p:cNvPr id="201" name="Google Shape;201;p18"/>
          <p:cNvSpPr txBox="1">
            <a:spLocks noGrp="1"/>
          </p:cNvSpPr>
          <p:nvPr>
            <p:ph type="ctrTitle" idx="4294967295"/>
          </p:nvPr>
        </p:nvSpPr>
        <p:spPr>
          <a:xfrm>
            <a:off x="1521939" y="59987"/>
            <a:ext cx="6100121" cy="68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H" sz="3600" dirty="0">
                <a:solidFill>
                  <a:schemeClr val="accent5"/>
                </a:solidFill>
              </a:rPr>
              <a:t>Challenges of Arabic Language </a:t>
            </a:r>
            <a:endParaRPr sz="3600" dirty="0">
              <a:solidFill>
                <a:schemeClr val="accent5"/>
              </a:solidFill>
            </a:endParaRPr>
          </a:p>
        </p:txBody>
      </p:sp>
      <p:sp>
        <p:nvSpPr>
          <p:cNvPr id="52" name="Google Shape;158;p18">
            <a:extLst>
              <a:ext uri="{FF2B5EF4-FFF2-40B4-BE49-F238E27FC236}">
                <a16:creationId xmlns:a16="http://schemas.microsoft.com/office/drawing/2014/main" id="{FC5C9EFC-219A-425D-B759-381EAAFCE4BE}"/>
              </a:ext>
            </a:extLst>
          </p:cNvPr>
          <p:cNvSpPr/>
          <p:nvPr/>
        </p:nvSpPr>
        <p:spPr>
          <a:xfrm>
            <a:off x="355172" y="2900481"/>
            <a:ext cx="8559927" cy="1526166"/>
          </a:xfrm>
          <a:prstGeom prst="rect">
            <a:avLst/>
          </a:prstGeom>
          <a:gradFill>
            <a:gsLst>
              <a:gs pos="0">
                <a:srgbClr val="EFEFEF"/>
              </a:gs>
              <a:gs pos="64000">
                <a:srgbClr val="F3F3F3"/>
              </a:gs>
              <a:gs pos="100000">
                <a:srgbClr val="FFFFFF">
                  <a:alpha val="0"/>
                </a:srgbClr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H" sz="1600" dirty="0">
                <a:latin typeface="Trebuchet MS" panose="020B0603020202020204" pitchFamily="34" charset="0"/>
              </a:rPr>
              <a:t>Second, </a:t>
            </a:r>
            <a:r>
              <a:rPr lang="en-US" sz="1600" dirty="0">
                <a:latin typeface="Trebuchet MS" panose="020B0603020202020204" pitchFamily="34" charset="0"/>
              </a:rPr>
              <a:t>Cultural and contextual understanding is very important. Models trained only in English often miss the real meaning of Arabic expressions. For example, the phrase </a:t>
            </a:r>
            <a:r>
              <a:rPr lang="en-US" sz="1600" b="1" dirty="0">
                <a:latin typeface="Trebuchet MS" panose="020B0603020202020204" pitchFamily="34" charset="0"/>
              </a:rPr>
              <a:t>“</a:t>
            </a:r>
            <a:r>
              <a:rPr lang="ar-DZ" sz="1600" b="1" dirty="0">
                <a:latin typeface="Trebuchet MS" panose="020B0603020202020204" pitchFamily="34" charset="0"/>
              </a:rPr>
              <a:t>يد واحدة لا تصفق”</a:t>
            </a:r>
            <a:r>
              <a:rPr lang="ar-DZ" sz="1600" dirty="0">
                <a:latin typeface="Trebuchet MS" panose="020B0603020202020204" pitchFamily="34" charset="0"/>
              </a:rPr>
              <a:t> (</a:t>
            </a:r>
            <a:r>
              <a:rPr lang="en-US" sz="1600" dirty="0">
                <a:latin typeface="Trebuchet MS" panose="020B0603020202020204" pitchFamily="34" charset="0"/>
              </a:rPr>
              <a:t>one hand cannot clap) actually means </a:t>
            </a:r>
            <a:r>
              <a:rPr lang="en-US" sz="1600" b="1" dirty="0">
                <a:latin typeface="Trebuchet MS" panose="020B0603020202020204" pitchFamily="34" charset="0"/>
              </a:rPr>
              <a:t>“teamwork is essential.”</a:t>
            </a:r>
            <a:r>
              <a:rPr lang="en-US" sz="1600" dirty="0">
                <a:latin typeface="Trebuchet MS" panose="020B0603020202020204" pitchFamily="34" charset="0"/>
              </a:rPr>
              <a:t> Without Arabic-specific training, AI may translate incorrectly. </a:t>
            </a:r>
            <a:endParaRPr sz="1600" dirty="0">
              <a:latin typeface="Trebuchet MS" panose="020B0603020202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8"/>
          <p:cNvSpPr txBox="1">
            <a:spLocks noGrp="1"/>
          </p:cNvSpPr>
          <p:nvPr>
            <p:ph type="ctrTitle" idx="4294967295"/>
          </p:nvPr>
        </p:nvSpPr>
        <p:spPr>
          <a:xfrm>
            <a:off x="1227299" y="504124"/>
            <a:ext cx="6100121" cy="68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H" sz="3600" dirty="0">
                <a:solidFill>
                  <a:schemeClr val="accent5"/>
                </a:solidFill>
              </a:rPr>
              <a:t>Challenges of Arabic Language </a:t>
            </a:r>
            <a:endParaRPr sz="3600" dirty="0">
              <a:solidFill>
                <a:schemeClr val="accent5"/>
              </a:solidFill>
            </a:endParaRPr>
          </a:p>
        </p:txBody>
      </p:sp>
      <p:sp>
        <p:nvSpPr>
          <p:cNvPr id="6" name="Google Shape;158;p18">
            <a:extLst>
              <a:ext uri="{FF2B5EF4-FFF2-40B4-BE49-F238E27FC236}">
                <a16:creationId xmlns:a16="http://schemas.microsoft.com/office/drawing/2014/main" id="{D16B39BB-A93A-4229-B6E6-AA32F869DEAD}"/>
              </a:ext>
            </a:extLst>
          </p:cNvPr>
          <p:cNvSpPr/>
          <p:nvPr/>
        </p:nvSpPr>
        <p:spPr>
          <a:xfrm>
            <a:off x="434152" y="1830313"/>
            <a:ext cx="8547464" cy="1482874"/>
          </a:xfrm>
          <a:prstGeom prst="rect">
            <a:avLst/>
          </a:prstGeom>
          <a:gradFill>
            <a:gsLst>
              <a:gs pos="0">
                <a:srgbClr val="EFEFEF"/>
              </a:gs>
              <a:gs pos="64000">
                <a:srgbClr val="F3F3F3"/>
              </a:gs>
              <a:gs pos="100000">
                <a:srgbClr val="FFFFFF">
                  <a:alpha val="0"/>
                </a:srgbClr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H" sz="1600" b="0" i="0" dirty="0">
                <a:effectLst/>
                <a:latin typeface="Trebuchet MS" panose="020B0603020202020204" pitchFamily="34" charset="0"/>
              </a:rPr>
              <a:t>Third, </a:t>
            </a:r>
            <a:r>
              <a:rPr lang="en-US" sz="1600" b="0" i="0" dirty="0">
                <a:effectLst/>
                <a:latin typeface="Trebuchet MS" panose="020B0603020202020204" pitchFamily="34" charset="0"/>
              </a:rPr>
              <a:t>Arabic is a root-based language where a single root can generate </a:t>
            </a:r>
            <a:r>
              <a:rPr lang="en-CH" sz="1600" dirty="0">
                <a:latin typeface="Trebuchet MS" panose="020B0603020202020204" pitchFamily="34" charset="0"/>
              </a:rPr>
              <a:t>many</a:t>
            </a:r>
            <a:r>
              <a:rPr lang="en-US" sz="1600" b="0" i="0" dirty="0">
                <a:effectLst/>
                <a:latin typeface="Trebuchet MS" panose="020B0603020202020204" pitchFamily="34" charset="0"/>
              </a:rPr>
              <a:t> words with different meanings depending on prefixes, suffixes. For example, the root </a:t>
            </a:r>
            <a:r>
              <a:rPr lang="ar-DZ" sz="1600" b="1" i="0" dirty="0">
                <a:effectLst/>
                <a:latin typeface="Trebuchet MS" panose="020B0603020202020204" pitchFamily="34" charset="0"/>
              </a:rPr>
              <a:t>ك-ت-ب (</a:t>
            </a:r>
            <a:r>
              <a:rPr lang="en-US" sz="1600" b="1" i="0" dirty="0">
                <a:effectLst/>
                <a:latin typeface="Trebuchet MS" panose="020B0603020202020204" pitchFamily="34" charset="0"/>
              </a:rPr>
              <a:t>k-t-b)</a:t>
            </a:r>
            <a:r>
              <a:rPr lang="en-US" sz="1600" b="0" i="0" dirty="0">
                <a:effectLst/>
                <a:latin typeface="Trebuchet MS" panose="020B0603020202020204" pitchFamily="34" charset="0"/>
              </a:rPr>
              <a:t> can produce </a:t>
            </a:r>
            <a:r>
              <a:rPr lang="en-US" sz="1600" b="0" i="1" dirty="0">
                <a:effectLst/>
                <a:latin typeface="Trebuchet MS" panose="020B0603020202020204" pitchFamily="34" charset="0"/>
              </a:rPr>
              <a:t>kitab</a:t>
            </a:r>
            <a:r>
              <a:rPr lang="en-US" sz="1600" b="0" i="0" dirty="0">
                <a:effectLst/>
                <a:latin typeface="Trebuchet MS" panose="020B0603020202020204" pitchFamily="34" charset="0"/>
              </a:rPr>
              <a:t> (book), </a:t>
            </a:r>
            <a:r>
              <a:rPr lang="en-US" sz="1600" b="0" i="1" dirty="0" err="1">
                <a:effectLst/>
                <a:latin typeface="Trebuchet MS" panose="020B0603020202020204" pitchFamily="34" charset="0"/>
              </a:rPr>
              <a:t>maktab</a:t>
            </a:r>
            <a:r>
              <a:rPr lang="en-US" sz="1600" b="0" i="0" dirty="0">
                <a:effectLst/>
                <a:latin typeface="Trebuchet MS" panose="020B0603020202020204" pitchFamily="34" charset="0"/>
              </a:rPr>
              <a:t> (office), </a:t>
            </a:r>
            <a:r>
              <a:rPr lang="en-US" sz="1600" b="0" i="1" dirty="0" err="1">
                <a:effectLst/>
                <a:latin typeface="Trebuchet MS" panose="020B0603020202020204" pitchFamily="34" charset="0"/>
              </a:rPr>
              <a:t>katib</a:t>
            </a:r>
            <a:r>
              <a:rPr lang="en-US" sz="1600" b="0" i="0" dirty="0">
                <a:effectLst/>
                <a:latin typeface="Trebuchet MS" panose="020B0603020202020204" pitchFamily="34" charset="0"/>
              </a:rPr>
              <a:t> (writer), and </a:t>
            </a:r>
            <a:r>
              <a:rPr lang="en-US" sz="1600" b="0" i="1" dirty="0" err="1">
                <a:effectLst/>
                <a:latin typeface="Trebuchet MS" panose="020B0603020202020204" pitchFamily="34" charset="0"/>
              </a:rPr>
              <a:t>maktaba</a:t>
            </a:r>
            <a:r>
              <a:rPr lang="en-US" sz="1600" b="0" i="0" dirty="0">
                <a:effectLst/>
                <a:latin typeface="Trebuchet MS" panose="020B0603020202020204" pitchFamily="34" charset="0"/>
              </a:rPr>
              <a:t> (library). For an AI model, this morphological richness makes </a:t>
            </a:r>
            <a:r>
              <a:rPr lang="en-US" sz="1600" b="0" i="0" dirty="0" err="1">
                <a:effectLst/>
                <a:latin typeface="Trebuchet MS" panose="020B0603020202020204" pitchFamily="34" charset="0"/>
              </a:rPr>
              <a:t>tokenisation</a:t>
            </a:r>
            <a:r>
              <a:rPr lang="en-US" sz="1600" b="0" i="0" dirty="0">
                <a:effectLst/>
                <a:latin typeface="Trebuchet MS" panose="020B0603020202020204" pitchFamily="34" charset="0"/>
              </a:rPr>
              <a:t> and meaning extraction much harder than in languages like English.</a:t>
            </a:r>
            <a:endParaRPr sz="1600" dirty="0">
              <a:latin typeface="Trebuchet MS" panose="020B06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44408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158;p18">
            <a:extLst>
              <a:ext uri="{FF2B5EF4-FFF2-40B4-BE49-F238E27FC236}">
                <a16:creationId xmlns:a16="http://schemas.microsoft.com/office/drawing/2014/main" id="{DE477DDA-98D3-4325-A706-E748984C36DA}"/>
              </a:ext>
            </a:extLst>
          </p:cNvPr>
          <p:cNvSpPr/>
          <p:nvPr/>
        </p:nvSpPr>
        <p:spPr>
          <a:xfrm rot="10800000">
            <a:off x="561703" y="2505903"/>
            <a:ext cx="7093131" cy="754500"/>
          </a:xfrm>
          <a:prstGeom prst="rect">
            <a:avLst/>
          </a:prstGeom>
          <a:gradFill>
            <a:gsLst>
              <a:gs pos="0">
                <a:srgbClr val="EFEFEF"/>
              </a:gs>
              <a:gs pos="64000">
                <a:srgbClr val="F3F3F3"/>
              </a:gs>
              <a:gs pos="100000">
                <a:srgbClr val="FFFFFF">
                  <a:alpha val="0"/>
                </a:srgbClr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Google Shape;159;p18">
            <a:extLst>
              <a:ext uri="{FF2B5EF4-FFF2-40B4-BE49-F238E27FC236}">
                <a16:creationId xmlns:a16="http://schemas.microsoft.com/office/drawing/2014/main" id="{CFC9E158-C2A8-42EF-B0E5-6A5C6ED5A216}"/>
              </a:ext>
            </a:extLst>
          </p:cNvPr>
          <p:cNvSpPr/>
          <p:nvPr/>
        </p:nvSpPr>
        <p:spPr>
          <a:xfrm>
            <a:off x="916089" y="1635781"/>
            <a:ext cx="7478973" cy="754500"/>
          </a:xfrm>
          <a:prstGeom prst="rect">
            <a:avLst/>
          </a:prstGeom>
          <a:gradFill>
            <a:gsLst>
              <a:gs pos="0">
                <a:srgbClr val="EFEFEF"/>
              </a:gs>
              <a:gs pos="64000">
                <a:srgbClr val="F3F3F3"/>
              </a:gs>
              <a:gs pos="100000">
                <a:srgbClr val="FFFFFF">
                  <a:alpha val="0"/>
                </a:srgbClr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61;p18">
            <a:extLst>
              <a:ext uri="{FF2B5EF4-FFF2-40B4-BE49-F238E27FC236}">
                <a16:creationId xmlns:a16="http://schemas.microsoft.com/office/drawing/2014/main" id="{AF141472-701D-46B0-89C5-4781B54B164A}"/>
              </a:ext>
            </a:extLst>
          </p:cNvPr>
          <p:cNvSpPr/>
          <p:nvPr/>
        </p:nvSpPr>
        <p:spPr>
          <a:xfrm>
            <a:off x="1268371" y="3357750"/>
            <a:ext cx="7248611" cy="754500"/>
          </a:xfrm>
          <a:prstGeom prst="rect">
            <a:avLst/>
          </a:prstGeom>
          <a:gradFill>
            <a:gsLst>
              <a:gs pos="0">
                <a:srgbClr val="EFEFEF"/>
              </a:gs>
              <a:gs pos="64000">
                <a:srgbClr val="F3F3F3"/>
              </a:gs>
              <a:gs pos="100000">
                <a:srgbClr val="FFFFFF">
                  <a:alpha val="0"/>
                </a:srgbClr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62;p18">
            <a:extLst>
              <a:ext uri="{FF2B5EF4-FFF2-40B4-BE49-F238E27FC236}">
                <a16:creationId xmlns:a16="http://schemas.microsoft.com/office/drawing/2014/main" id="{B90F66D0-FBDD-48C0-9CF7-6D2A420D305D}"/>
              </a:ext>
            </a:extLst>
          </p:cNvPr>
          <p:cNvSpPr/>
          <p:nvPr/>
        </p:nvSpPr>
        <p:spPr>
          <a:xfrm>
            <a:off x="459756" y="1525616"/>
            <a:ext cx="999725" cy="906575"/>
          </a:xfrm>
          <a:custGeom>
            <a:avLst/>
            <a:gdLst/>
            <a:ahLst/>
            <a:cxnLst/>
            <a:rect l="l" t="t" r="r" b="b"/>
            <a:pathLst>
              <a:path w="25486" h="25278" extrusionOk="0">
                <a:moveTo>
                  <a:pt x="12746" y="4905"/>
                </a:moveTo>
                <a:cubicBezTo>
                  <a:pt x="13701" y="4905"/>
                  <a:pt x="14672" y="5083"/>
                  <a:pt x="15613" y="5460"/>
                </a:cubicBezTo>
                <a:cubicBezTo>
                  <a:pt x="19580" y="7047"/>
                  <a:pt x="21508" y="11545"/>
                  <a:pt x="19923" y="15511"/>
                </a:cubicBezTo>
                <a:cubicBezTo>
                  <a:pt x="18714" y="18534"/>
                  <a:pt x="15811" y="20374"/>
                  <a:pt x="12742" y="20374"/>
                </a:cubicBezTo>
                <a:cubicBezTo>
                  <a:pt x="11786" y="20374"/>
                  <a:pt x="10814" y="20196"/>
                  <a:pt x="9873" y="19819"/>
                </a:cubicBezTo>
                <a:cubicBezTo>
                  <a:pt x="5908" y="18234"/>
                  <a:pt x="3978" y="13734"/>
                  <a:pt x="5563" y="9769"/>
                </a:cubicBezTo>
                <a:cubicBezTo>
                  <a:pt x="6772" y="6745"/>
                  <a:pt x="9676" y="4905"/>
                  <a:pt x="12746" y="4905"/>
                </a:cubicBezTo>
                <a:close/>
                <a:moveTo>
                  <a:pt x="15551" y="1"/>
                </a:moveTo>
                <a:cubicBezTo>
                  <a:pt x="15240" y="1"/>
                  <a:pt x="14946" y="187"/>
                  <a:pt x="14824" y="492"/>
                </a:cubicBezTo>
                <a:lnTo>
                  <a:pt x="14047" y="2435"/>
                </a:lnTo>
                <a:cubicBezTo>
                  <a:pt x="13612" y="2378"/>
                  <a:pt x="13174" y="2350"/>
                  <a:pt x="12736" y="2350"/>
                </a:cubicBezTo>
                <a:cubicBezTo>
                  <a:pt x="12218" y="2350"/>
                  <a:pt x="11700" y="2390"/>
                  <a:pt x="11187" y="2469"/>
                </a:cubicBezTo>
                <a:lnTo>
                  <a:pt x="10364" y="547"/>
                </a:lnTo>
                <a:cubicBezTo>
                  <a:pt x="10238" y="251"/>
                  <a:pt x="9949" y="73"/>
                  <a:pt x="9646" y="73"/>
                </a:cubicBezTo>
                <a:cubicBezTo>
                  <a:pt x="9543" y="73"/>
                  <a:pt x="9438" y="93"/>
                  <a:pt x="9338" y="137"/>
                </a:cubicBezTo>
                <a:lnTo>
                  <a:pt x="6036" y="1553"/>
                </a:lnTo>
                <a:cubicBezTo>
                  <a:pt x="5640" y="1722"/>
                  <a:pt x="5456" y="2182"/>
                  <a:pt x="5626" y="2579"/>
                </a:cubicBezTo>
                <a:lnTo>
                  <a:pt x="6449" y="4501"/>
                </a:lnTo>
                <a:cubicBezTo>
                  <a:pt x="5690" y="5085"/>
                  <a:pt x="5019" y="5775"/>
                  <a:pt x="4452" y="6549"/>
                </a:cubicBezTo>
                <a:lnTo>
                  <a:pt x="2510" y="5772"/>
                </a:lnTo>
                <a:cubicBezTo>
                  <a:pt x="2414" y="5734"/>
                  <a:pt x="2316" y="5716"/>
                  <a:pt x="2219" y="5716"/>
                </a:cubicBezTo>
                <a:cubicBezTo>
                  <a:pt x="1910" y="5716"/>
                  <a:pt x="1616" y="5901"/>
                  <a:pt x="1493" y="6208"/>
                </a:cubicBezTo>
                <a:lnTo>
                  <a:pt x="161" y="9542"/>
                </a:lnTo>
                <a:cubicBezTo>
                  <a:pt x="0" y="9944"/>
                  <a:pt x="194" y="10398"/>
                  <a:pt x="596" y="10558"/>
                </a:cubicBezTo>
                <a:lnTo>
                  <a:pt x="2537" y="11335"/>
                </a:lnTo>
                <a:cubicBezTo>
                  <a:pt x="2415" y="12285"/>
                  <a:pt x="2426" y="13249"/>
                  <a:pt x="2572" y="14195"/>
                </a:cubicBezTo>
                <a:lnTo>
                  <a:pt x="651" y="15018"/>
                </a:lnTo>
                <a:cubicBezTo>
                  <a:pt x="253" y="15189"/>
                  <a:pt x="71" y="15649"/>
                  <a:pt x="241" y="16046"/>
                </a:cubicBezTo>
                <a:lnTo>
                  <a:pt x="1655" y="19347"/>
                </a:lnTo>
                <a:cubicBezTo>
                  <a:pt x="1781" y="19643"/>
                  <a:pt x="2070" y="19821"/>
                  <a:pt x="2373" y="19821"/>
                </a:cubicBezTo>
                <a:cubicBezTo>
                  <a:pt x="2476" y="19821"/>
                  <a:pt x="2581" y="19800"/>
                  <a:pt x="2681" y="19756"/>
                </a:cubicBezTo>
                <a:lnTo>
                  <a:pt x="4603" y="18933"/>
                </a:lnTo>
                <a:cubicBezTo>
                  <a:pt x="5189" y="19692"/>
                  <a:pt x="5879" y="20365"/>
                  <a:pt x="6651" y="20930"/>
                </a:cubicBezTo>
                <a:lnTo>
                  <a:pt x="5874" y="22873"/>
                </a:lnTo>
                <a:cubicBezTo>
                  <a:pt x="5714" y="23273"/>
                  <a:pt x="5909" y="23728"/>
                  <a:pt x="6310" y="23888"/>
                </a:cubicBezTo>
                <a:lnTo>
                  <a:pt x="9645" y="25222"/>
                </a:lnTo>
                <a:cubicBezTo>
                  <a:pt x="9740" y="25260"/>
                  <a:pt x="9838" y="25278"/>
                  <a:pt x="9935" y="25278"/>
                </a:cubicBezTo>
                <a:cubicBezTo>
                  <a:pt x="10245" y="25278"/>
                  <a:pt x="10538" y="25092"/>
                  <a:pt x="10660" y="24786"/>
                </a:cubicBezTo>
                <a:lnTo>
                  <a:pt x="11437" y="22845"/>
                </a:lnTo>
                <a:cubicBezTo>
                  <a:pt x="11871" y="22901"/>
                  <a:pt x="12308" y="22929"/>
                  <a:pt x="12745" y="22929"/>
                </a:cubicBezTo>
                <a:cubicBezTo>
                  <a:pt x="13264" y="22929"/>
                  <a:pt x="13784" y="22889"/>
                  <a:pt x="14299" y="22810"/>
                </a:cubicBezTo>
                <a:lnTo>
                  <a:pt x="15122" y="24732"/>
                </a:lnTo>
                <a:cubicBezTo>
                  <a:pt x="15248" y="25028"/>
                  <a:pt x="15536" y="25206"/>
                  <a:pt x="15839" y="25206"/>
                </a:cubicBezTo>
                <a:cubicBezTo>
                  <a:pt x="15943" y="25206"/>
                  <a:pt x="16047" y="25185"/>
                  <a:pt x="16148" y="25142"/>
                </a:cubicBezTo>
                <a:lnTo>
                  <a:pt x="19449" y="23728"/>
                </a:lnTo>
                <a:cubicBezTo>
                  <a:pt x="19846" y="23558"/>
                  <a:pt x="20030" y="23098"/>
                  <a:pt x="19860" y="22701"/>
                </a:cubicBezTo>
                <a:lnTo>
                  <a:pt x="19037" y="20780"/>
                </a:lnTo>
                <a:cubicBezTo>
                  <a:pt x="19794" y="20194"/>
                  <a:pt x="20467" y="19503"/>
                  <a:pt x="21034" y="18732"/>
                </a:cubicBezTo>
                <a:lnTo>
                  <a:pt x="22975" y="19508"/>
                </a:lnTo>
                <a:cubicBezTo>
                  <a:pt x="23070" y="19546"/>
                  <a:pt x="23168" y="19564"/>
                  <a:pt x="23265" y="19564"/>
                </a:cubicBezTo>
                <a:cubicBezTo>
                  <a:pt x="23576" y="19564"/>
                  <a:pt x="23869" y="19378"/>
                  <a:pt x="23992" y="19073"/>
                </a:cubicBezTo>
                <a:lnTo>
                  <a:pt x="25326" y="15737"/>
                </a:lnTo>
                <a:cubicBezTo>
                  <a:pt x="25486" y="15337"/>
                  <a:pt x="25290" y="14882"/>
                  <a:pt x="24890" y="14722"/>
                </a:cubicBezTo>
                <a:lnTo>
                  <a:pt x="22948" y="13945"/>
                </a:lnTo>
                <a:cubicBezTo>
                  <a:pt x="23071" y="12994"/>
                  <a:pt x="23060" y="12032"/>
                  <a:pt x="22914" y="11084"/>
                </a:cubicBezTo>
                <a:lnTo>
                  <a:pt x="24835" y="10261"/>
                </a:lnTo>
                <a:cubicBezTo>
                  <a:pt x="25231" y="10091"/>
                  <a:pt x="25415" y="9631"/>
                  <a:pt x="25245" y="9234"/>
                </a:cubicBezTo>
                <a:lnTo>
                  <a:pt x="23830" y="5934"/>
                </a:lnTo>
                <a:cubicBezTo>
                  <a:pt x="23703" y="5637"/>
                  <a:pt x="23414" y="5459"/>
                  <a:pt x="23111" y="5459"/>
                </a:cubicBezTo>
                <a:cubicBezTo>
                  <a:pt x="23008" y="5459"/>
                  <a:pt x="22904" y="5479"/>
                  <a:pt x="22803" y="5522"/>
                </a:cubicBezTo>
                <a:lnTo>
                  <a:pt x="20882" y="6347"/>
                </a:lnTo>
                <a:cubicBezTo>
                  <a:pt x="20297" y="5588"/>
                  <a:pt x="19607" y="4915"/>
                  <a:pt x="18835" y="4348"/>
                </a:cubicBezTo>
                <a:lnTo>
                  <a:pt x="19610" y="2408"/>
                </a:lnTo>
                <a:cubicBezTo>
                  <a:pt x="19770" y="2006"/>
                  <a:pt x="19577" y="1551"/>
                  <a:pt x="19175" y="1391"/>
                </a:cubicBezTo>
                <a:lnTo>
                  <a:pt x="15841" y="57"/>
                </a:lnTo>
                <a:cubicBezTo>
                  <a:pt x="15745" y="19"/>
                  <a:pt x="15647" y="1"/>
                  <a:pt x="15551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164;p18">
            <a:extLst>
              <a:ext uri="{FF2B5EF4-FFF2-40B4-BE49-F238E27FC236}">
                <a16:creationId xmlns:a16="http://schemas.microsoft.com/office/drawing/2014/main" id="{66CA2A46-9BBF-409A-A92B-F6320A2FD6FF}"/>
              </a:ext>
            </a:extLst>
          </p:cNvPr>
          <p:cNvSpPr/>
          <p:nvPr/>
        </p:nvSpPr>
        <p:spPr>
          <a:xfrm>
            <a:off x="416536" y="3268670"/>
            <a:ext cx="895364" cy="969328"/>
          </a:xfrm>
          <a:custGeom>
            <a:avLst/>
            <a:gdLst/>
            <a:ahLst/>
            <a:cxnLst/>
            <a:rect l="l" t="t" r="r" b="b"/>
            <a:pathLst>
              <a:path w="25486" h="25278" extrusionOk="0">
                <a:moveTo>
                  <a:pt x="12746" y="4905"/>
                </a:moveTo>
                <a:cubicBezTo>
                  <a:pt x="13701" y="4905"/>
                  <a:pt x="14672" y="5083"/>
                  <a:pt x="15613" y="5460"/>
                </a:cubicBezTo>
                <a:cubicBezTo>
                  <a:pt x="19580" y="7047"/>
                  <a:pt x="21508" y="11545"/>
                  <a:pt x="19923" y="15511"/>
                </a:cubicBezTo>
                <a:cubicBezTo>
                  <a:pt x="18714" y="18534"/>
                  <a:pt x="15811" y="20374"/>
                  <a:pt x="12742" y="20374"/>
                </a:cubicBezTo>
                <a:cubicBezTo>
                  <a:pt x="11786" y="20374"/>
                  <a:pt x="10814" y="20196"/>
                  <a:pt x="9873" y="19819"/>
                </a:cubicBezTo>
                <a:cubicBezTo>
                  <a:pt x="5908" y="18234"/>
                  <a:pt x="3978" y="13734"/>
                  <a:pt x="5563" y="9769"/>
                </a:cubicBezTo>
                <a:cubicBezTo>
                  <a:pt x="6772" y="6745"/>
                  <a:pt x="9676" y="4905"/>
                  <a:pt x="12746" y="4905"/>
                </a:cubicBezTo>
                <a:close/>
                <a:moveTo>
                  <a:pt x="15551" y="1"/>
                </a:moveTo>
                <a:cubicBezTo>
                  <a:pt x="15240" y="1"/>
                  <a:pt x="14946" y="187"/>
                  <a:pt x="14824" y="492"/>
                </a:cubicBezTo>
                <a:lnTo>
                  <a:pt x="14047" y="2435"/>
                </a:lnTo>
                <a:cubicBezTo>
                  <a:pt x="13612" y="2378"/>
                  <a:pt x="13174" y="2350"/>
                  <a:pt x="12736" y="2350"/>
                </a:cubicBezTo>
                <a:cubicBezTo>
                  <a:pt x="12218" y="2350"/>
                  <a:pt x="11700" y="2390"/>
                  <a:pt x="11187" y="2469"/>
                </a:cubicBezTo>
                <a:lnTo>
                  <a:pt x="10364" y="547"/>
                </a:lnTo>
                <a:cubicBezTo>
                  <a:pt x="10238" y="251"/>
                  <a:pt x="9949" y="73"/>
                  <a:pt x="9646" y="73"/>
                </a:cubicBezTo>
                <a:cubicBezTo>
                  <a:pt x="9543" y="73"/>
                  <a:pt x="9438" y="93"/>
                  <a:pt x="9338" y="137"/>
                </a:cubicBezTo>
                <a:lnTo>
                  <a:pt x="6036" y="1553"/>
                </a:lnTo>
                <a:cubicBezTo>
                  <a:pt x="5640" y="1722"/>
                  <a:pt x="5456" y="2182"/>
                  <a:pt x="5626" y="2579"/>
                </a:cubicBezTo>
                <a:lnTo>
                  <a:pt x="6449" y="4501"/>
                </a:lnTo>
                <a:cubicBezTo>
                  <a:pt x="5690" y="5085"/>
                  <a:pt x="5019" y="5775"/>
                  <a:pt x="4452" y="6549"/>
                </a:cubicBezTo>
                <a:lnTo>
                  <a:pt x="2510" y="5772"/>
                </a:lnTo>
                <a:cubicBezTo>
                  <a:pt x="2414" y="5734"/>
                  <a:pt x="2316" y="5716"/>
                  <a:pt x="2219" y="5716"/>
                </a:cubicBezTo>
                <a:cubicBezTo>
                  <a:pt x="1910" y="5716"/>
                  <a:pt x="1616" y="5901"/>
                  <a:pt x="1493" y="6208"/>
                </a:cubicBezTo>
                <a:lnTo>
                  <a:pt x="161" y="9542"/>
                </a:lnTo>
                <a:cubicBezTo>
                  <a:pt x="0" y="9944"/>
                  <a:pt x="194" y="10398"/>
                  <a:pt x="596" y="10558"/>
                </a:cubicBezTo>
                <a:lnTo>
                  <a:pt x="2537" y="11335"/>
                </a:lnTo>
                <a:cubicBezTo>
                  <a:pt x="2415" y="12285"/>
                  <a:pt x="2426" y="13249"/>
                  <a:pt x="2572" y="14195"/>
                </a:cubicBezTo>
                <a:lnTo>
                  <a:pt x="651" y="15018"/>
                </a:lnTo>
                <a:cubicBezTo>
                  <a:pt x="253" y="15189"/>
                  <a:pt x="71" y="15649"/>
                  <a:pt x="241" y="16046"/>
                </a:cubicBezTo>
                <a:lnTo>
                  <a:pt x="1655" y="19347"/>
                </a:lnTo>
                <a:cubicBezTo>
                  <a:pt x="1781" y="19643"/>
                  <a:pt x="2070" y="19821"/>
                  <a:pt x="2373" y="19821"/>
                </a:cubicBezTo>
                <a:cubicBezTo>
                  <a:pt x="2476" y="19821"/>
                  <a:pt x="2581" y="19800"/>
                  <a:pt x="2681" y="19756"/>
                </a:cubicBezTo>
                <a:lnTo>
                  <a:pt x="4603" y="18933"/>
                </a:lnTo>
                <a:cubicBezTo>
                  <a:pt x="5189" y="19692"/>
                  <a:pt x="5879" y="20365"/>
                  <a:pt x="6651" y="20930"/>
                </a:cubicBezTo>
                <a:lnTo>
                  <a:pt x="5874" y="22873"/>
                </a:lnTo>
                <a:cubicBezTo>
                  <a:pt x="5714" y="23273"/>
                  <a:pt x="5909" y="23728"/>
                  <a:pt x="6310" y="23888"/>
                </a:cubicBezTo>
                <a:lnTo>
                  <a:pt x="9645" y="25222"/>
                </a:lnTo>
                <a:cubicBezTo>
                  <a:pt x="9740" y="25260"/>
                  <a:pt x="9838" y="25278"/>
                  <a:pt x="9935" y="25278"/>
                </a:cubicBezTo>
                <a:cubicBezTo>
                  <a:pt x="10245" y="25278"/>
                  <a:pt x="10538" y="25092"/>
                  <a:pt x="10660" y="24786"/>
                </a:cubicBezTo>
                <a:lnTo>
                  <a:pt x="11437" y="22845"/>
                </a:lnTo>
                <a:cubicBezTo>
                  <a:pt x="11871" y="22901"/>
                  <a:pt x="12308" y="22929"/>
                  <a:pt x="12745" y="22929"/>
                </a:cubicBezTo>
                <a:cubicBezTo>
                  <a:pt x="13264" y="22929"/>
                  <a:pt x="13784" y="22889"/>
                  <a:pt x="14299" y="22810"/>
                </a:cubicBezTo>
                <a:lnTo>
                  <a:pt x="15122" y="24732"/>
                </a:lnTo>
                <a:cubicBezTo>
                  <a:pt x="15248" y="25028"/>
                  <a:pt x="15536" y="25206"/>
                  <a:pt x="15839" y="25206"/>
                </a:cubicBezTo>
                <a:cubicBezTo>
                  <a:pt x="15943" y="25206"/>
                  <a:pt x="16047" y="25185"/>
                  <a:pt x="16148" y="25142"/>
                </a:cubicBezTo>
                <a:lnTo>
                  <a:pt x="19449" y="23728"/>
                </a:lnTo>
                <a:cubicBezTo>
                  <a:pt x="19846" y="23558"/>
                  <a:pt x="20030" y="23098"/>
                  <a:pt x="19860" y="22701"/>
                </a:cubicBezTo>
                <a:lnTo>
                  <a:pt x="19037" y="20780"/>
                </a:lnTo>
                <a:cubicBezTo>
                  <a:pt x="19794" y="20194"/>
                  <a:pt x="20467" y="19503"/>
                  <a:pt x="21034" y="18732"/>
                </a:cubicBezTo>
                <a:lnTo>
                  <a:pt x="22975" y="19508"/>
                </a:lnTo>
                <a:cubicBezTo>
                  <a:pt x="23070" y="19546"/>
                  <a:pt x="23168" y="19564"/>
                  <a:pt x="23265" y="19564"/>
                </a:cubicBezTo>
                <a:cubicBezTo>
                  <a:pt x="23576" y="19564"/>
                  <a:pt x="23869" y="19378"/>
                  <a:pt x="23992" y="19073"/>
                </a:cubicBezTo>
                <a:lnTo>
                  <a:pt x="25326" y="15737"/>
                </a:lnTo>
                <a:cubicBezTo>
                  <a:pt x="25486" y="15337"/>
                  <a:pt x="25290" y="14882"/>
                  <a:pt x="24890" y="14722"/>
                </a:cubicBezTo>
                <a:lnTo>
                  <a:pt x="22948" y="13945"/>
                </a:lnTo>
                <a:cubicBezTo>
                  <a:pt x="23071" y="12994"/>
                  <a:pt x="23060" y="12032"/>
                  <a:pt x="22914" y="11084"/>
                </a:cubicBezTo>
                <a:lnTo>
                  <a:pt x="24835" y="10261"/>
                </a:lnTo>
                <a:cubicBezTo>
                  <a:pt x="25231" y="10091"/>
                  <a:pt x="25415" y="9631"/>
                  <a:pt x="25245" y="9234"/>
                </a:cubicBezTo>
                <a:lnTo>
                  <a:pt x="23830" y="5934"/>
                </a:lnTo>
                <a:cubicBezTo>
                  <a:pt x="23703" y="5637"/>
                  <a:pt x="23414" y="5459"/>
                  <a:pt x="23111" y="5459"/>
                </a:cubicBezTo>
                <a:cubicBezTo>
                  <a:pt x="23008" y="5459"/>
                  <a:pt x="22904" y="5479"/>
                  <a:pt x="22803" y="5522"/>
                </a:cubicBezTo>
                <a:lnTo>
                  <a:pt x="20882" y="6347"/>
                </a:lnTo>
                <a:cubicBezTo>
                  <a:pt x="20297" y="5588"/>
                  <a:pt x="19607" y="4915"/>
                  <a:pt x="18835" y="4348"/>
                </a:cubicBezTo>
                <a:lnTo>
                  <a:pt x="19610" y="2408"/>
                </a:lnTo>
                <a:cubicBezTo>
                  <a:pt x="19770" y="2006"/>
                  <a:pt x="19577" y="1551"/>
                  <a:pt x="19175" y="1391"/>
                </a:cubicBezTo>
                <a:lnTo>
                  <a:pt x="15841" y="57"/>
                </a:lnTo>
                <a:cubicBezTo>
                  <a:pt x="15745" y="19"/>
                  <a:pt x="15647" y="1"/>
                  <a:pt x="15551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167;p18">
            <a:extLst>
              <a:ext uri="{FF2B5EF4-FFF2-40B4-BE49-F238E27FC236}">
                <a16:creationId xmlns:a16="http://schemas.microsoft.com/office/drawing/2014/main" id="{CB7C0A32-AE4E-40BC-A59D-C51B1772D2D0}"/>
              </a:ext>
            </a:extLst>
          </p:cNvPr>
          <p:cNvSpPr txBox="1"/>
          <p:nvPr/>
        </p:nvSpPr>
        <p:spPr>
          <a:xfrm>
            <a:off x="1524000" y="1680755"/>
            <a:ext cx="6627222" cy="726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GB" sz="1400" dirty="0">
                <a:solidFill>
                  <a:srgbClr val="000000"/>
                </a:solidFill>
                <a:latin typeface="Trebuchet MS" panose="020B0603020202020204" pitchFamily="34" charset="0"/>
              </a:rPr>
              <a:t>Among the various Arabic dialects, the Algerian dialect (Darija) stands out as one of the most widely spoken in North Africa.</a:t>
            </a:r>
            <a:endParaRPr lang="en-CH" sz="1400" dirty="0">
              <a:latin typeface="Trebuchet MS" panose="020B0603020202020204" pitchFamily="34" charset="0"/>
            </a:endParaRPr>
          </a:p>
        </p:txBody>
      </p:sp>
      <p:sp>
        <p:nvSpPr>
          <p:cNvPr id="18" name="Google Shape;169;p18">
            <a:extLst>
              <a:ext uri="{FF2B5EF4-FFF2-40B4-BE49-F238E27FC236}">
                <a16:creationId xmlns:a16="http://schemas.microsoft.com/office/drawing/2014/main" id="{54687526-9BAC-4FEF-BC1B-F9F3D96F1F62}"/>
              </a:ext>
            </a:extLst>
          </p:cNvPr>
          <p:cNvSpPr txBox="1"/>
          <p:nvPr/>
        </p:nvSpPr>
        <p:spPr>
          <a:xfrm>
            <a:off x="562903" y="2556536"/>
            <a:ext cx="7091931" cy="68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just"/>
            <a:r>
              <a:rPr lang="en-GB" sz="1400" dirty="0">
                <a:solidFill>
                  <a:srgbClr val="000000"/>
                </a:solidFill>
                <a:latin typeface="Trebuchet MS" panose="020B0603020202020204" pitchFamily="34" charset="0"/>
              </a:rPr>
              <a:t>The Algerian dialect is characterized by its rich linguistic diversity. It blends elements from Classical Arabic, French, Berber (Tamazight), Turkish, and English, reflecting Algeria’s complex </a:t>
            </a:r>
            <a:r>
              <a:rPr lang="en-CH" sz="1400" dirty="0">
                <a:solidFill>
                  <a:srgbClr val="000000"/>
                </a:solidFill>
                <a:latin typeface="Trebuchet MS" panose="020B0603020202020204" pitchFamily="34" charset="0"/>
              </a:rPr>
              <a:t>linguistic </a:t>
            </a:r>
            <a:r>
              <a:rPr lang="en-GB" sz="1400" dirty="0">
                <a:solidFill>
                  <a:srgbClr val="000000"/>
                </a:solidFill>
                <a:latin typeface="Trebuchet MS" panose="020B0603020202020204" pitchFamily="34" charset="0"/>
              </a:rPr>
              <a:t>and multicultural context. </a:t>
            </a:r>
          </a:p>
        </p:txBody>
      </p:sp>
      <p:sp>
        <p:nvSpPr>
          <p:cNvPr id="20" name="Google Shape;171;p18">
            <a:extLst>
              <a:ext uri="{FF2B5EF4-FFF2-40B4-BE49-F238E27FC236}">
                <a16:creationId xmlns:a16="http://schemas.microsoft.com/office/drawing/2014/main" id="{964B447F-989D-4366-8B69-6A15011C83FC}"/>
              </a:ext>
            </a:extLst>
          </p:cNvPr>
          <p:cNvSpPr txBox="1"/>
          <p:nvPr/>
        </p:nvSpPr>
        <p:spPr>
          <a:xfrm>
            <a:off x="1485238" y="3507975"/>
            <a:ext cx="6909823" cy="46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just"/>
            <a:r>
              <a:rPr lang="en-GB" sz="1400" dirty="0">
                <a:solidFill>
                  <a:srgbClr val="000000"/>
                </a:solidFill>
                <a:latin typeface="Trebuchet MS" panose="020B0603020202020204" pitchFamily="34" charset="0"/>
              </a:rPr>
              <a:t>This linguistic fusion presents both opportunities and challenges in natural language processing (NLP), especially in emotion recognition, sentiment analysis, and machine translation.</a:t>
            </a:r>
          </a:p>
        </p:txBody>
      </p:sp>
      <p:grpSp>
        <p:nvGrpSpPr>
          <p:cNvPr id="42" name="Google Shape;196;p18">
            <a:extLst>
              <a:ext uri="{FF2B5EF4-FFF2-40B4-BE49-F238E27FC236}">
                <a16:creationId xmlns:a16="http://schemas.microsoft.com/office/drawing/2014/main" id="{2FDF7CDB-5DA4-4E35-A446-95F9B5FC8F96}"/>
              </a:ext>
            </a:extLst>
          </p:cNvPr>
          <p:cNvGrpSpPr/>
          <p:nvPr/>
        </p:nvGrpSpPr>
        <p:grpSpPr>
          <a:xfrm>
            <a:off x="7907132" y="2679016"/>
            <a:ext cx="368186" cy="366364"/>
            <a:chOff x="-63679950" y="3360375"/>
            <a:chExt cx="318225" cy="316650"/>
          </a:xfrm>
        </p:grpSpPr>
        <p:sp>
          <p:nvSpPr>
            <p:cNvPr id="43" name="Google Shape;197;p18">
              <a:extLst>
                <a:ext uri="{FF2B5EF4-FFF2-40B4-BE49-F238E27FC236}">
                  <a16:creationId xmlns:a16="http://schemas.microsoft.com/office/drawing/2014/main" id="{FC6CE21D-A9FB-4C19-A374-3A882AD0FC90}"/>
                </a:ext>
              </a:extLst>
            </p:cNvPr>
            <p:cNvSpPr/>
            <p:nvPr/>
          </p:nvSpPr>
          <p:spPr>
            <a:xfrm>
              <a:off x="-63497200" y="3423400"/>
              <a:ext cx="40975" cy="40975"/>
            </a:xfrm>
            <a:custGeom>
              <a:avLst/>
              <a:gdLst/>
              <a:ahLst/>
              <a:cxnLst/>
              <a:rect l="l" t="t" r="r" b="b"/>
              <a:pathLst>
                <a:path w="1639" h="1639" extrusionOk="0">
                  <a:moveTo>
                    <a:pt x="819" y="0"/>
                  </a:moveTo>
                  <a:cubicBezTo>
                    <a:pt x="378" y="0"/>
                    <a:pt x="0" y="378"/>
                    <a:pt x="0" y="819"/>
                  </a:cubicBezTo>
                  <a:cubicBezTo>
                    <a:pt x="0" y="1260"/>
                    <a:pt x="378" y="1638"/>
                    <a:pt x="819" y="1638"/>
                  </a:cubicBezTo>
                  <a:cubicBezTo>
                    <a:pt x="1260" y="1638"/>
                    <a:pt x="1638" y="1260"/>
                    <a:pt x="1638" y="819"/>
                  </a:cubicBezTo>
                  <a:cubicBezTo>
                    <a:pt x="1638" y="378"/>
                    <a:pt x="1260" y="0"/>
                    <a:pt x="81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198;p18">
              <a:extLst>
                <a:ext uri="{FF2B5EF4-FFF2-40B4-BE49-F238E27FC236}">
                  <a16:creationId xmlns:a16="http://schemas.microsoft.com/office/drawing/2014/main" id="{088FFBFA-9BB4-4178-975A-84CB01461553}"/>
                </a:ext>
              </a:extLst>
            </p:cNvPr>
            <p:cNvSpPr/>
            <p:nvPr/>
          </p:nvSpPr>
          <p:spPr>
            <a:xfrm>
              <a:off x="-63516900" y="3485625"/>
              <a:ext cx="79575" cy="29950"/>
            </a:xfrm>
            <a:custGeom>
              <a:avLst/>
              <a:gdLst/>
              <a:ahLst/>
              <a:cxnLst/>
              <a:rect l="l" t="t" r="r" b="b"/>
              <a:pathLst>
                <a:path w="3183" h="1198" extrusionOk="0">
                  <a:moveTo>
                    <a:pt x="1607" y="0"/>
                  </a:moveTo>
                  <a:cubicBezTo>
                    <a:pt x="820" y="0"/>
                    <a:pt x="190" y="504"/>
                    <a:pt x="1" y="1197"/>
                  </a:cubicBezTo>
                  <a:lnTo>
                    <a:pt x="3183" y="1197"/>
                  </a:lnTo>
                  <a:cubicBezTo>
                    <a:pt x="3025" y="504"/>
                    <a:pt x="2395" y="0"/>
                    <a:pt x="160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199;p18">
              <a:extLst>
                <a:ext uri="{FF2B5EF4-FFF2-40B4-BE49-F238E27FC236}">
                  <a16:creationId xmlns:a16="http://schemas.microsoft.com/office/drawing/2014/main" id="{9AB2D421-7512-475D-BBF9-9367E143C6F3}"/>
                </a:ext>
              </a:extLst>
            </p:cNvPr>
            <p:cNvSpPr/>
            <p:nvPr/>
          </p:nvSpPr>
          <p:spPr>
            <a:xfrm>
              <a:off x="-63618500" y="3360375"/>
              <a:ext cx="256775" cy="256600"/>
            </a:xfrm>
            <a:custGeom>
              <a:avLst/>
              <a:gdLst/>
              <a:ahLst/>
              <a:cxnLst/>
              <a:rect l="l" t="t" r="r" b="b"/>
              <a:pathLst>
                <a:path w="10271" h="10264" extrusionOk="0">
                  <a:moveTo>
                    <a:pt x="5703" y="1639"/>
                  </a:moveTo>
                  <a:cubicBezTo>
                    <a:pt x="6616" y="1639"/>
                    <a:pt x="7373" y="2395"/>
                    <a:pt x="7373" y="3309"/>
                  </a:cubicBezTo>
                  <a:cubicBezTo>
                    <a:pt x="7373" y="3750"/>
                    <a:pt x="7215" y="4128"/>
                    <a:pt x="6900" y="4443"/>
                  </a:cubicBezTo>
                  <a:cubicBezTo>
                    <a:pt x="7625" y="4884"/>
                    <a:pt x="8192" y="5672"/>
                    <a:pt x="8192" y="6617"/>
                  </a:cubicBezTo>
                  <a:cubicBezTo>
                    <a:pt x="8160" y="6900"/>
                    <a:pt x="8003" y="7058"/>
                    <a:pt x="7751" y="7058"/>
                  </a:cubicBezTo>
                  <a:lnTo>
                    <a:pt x="3623" y="7058"/>
                  </a:lnTo>
                  <a:cubicBezTo>
                    <a:pt x="3371" y="7058"/>
                    <a:pt x="3214" y="6837"/>
                    <a:pt x="3214" y="6617"/>
                  </a:cubicBezTo>
                  <a:cubicBezTo>
                    <a:pt x="3214" y="5672"/>
                    <a:pt x="3749" y="4884"/>
                    <a:pt x="4537" y="4443"/>
                  </a:cubicBezTo>
                  <a:cubicBezTo>
                    <a:pt x="4254" y="4128"/>
                    <a:pt x="4065" y="3718"/>
                    <a:pt x="4065" y="3309"/>
                  </a:cubicBezTo>
                  <a:cubicBezTo>
                    <a:pt x="4065" y="2395"/>
                    <a:pt x="4789" y="1639"/>
                    <a:pt x="5703" y="1639"/>
                  </a:cubicBezTo>
                  <a:close/>
                  <a:moveTo>
                    <a:pt x="5703" y="1"/>
                  </a:moveTo>
                  <a:cubicBezTo>
                    <a:pt x="3182" y="1"/>
                    <a:pt x="1135" y="2049"/>
                    <a:pt x="1135" y="4569"/>
                  </a:cubicBezTo>
                  <a:cubicBezTo>
                    <a:pt x="1135" y="5609"/>
                    <a:pt x="1481" y="6648"/>
                    <a:pt x="2206" y="7467"/>
                  </a:cubicBezTo>
                  <a:lnTo>
                    <a:pt x="1607" y="8066"/>
                  </a:lnTo>
                  <a:lnTo>
                    <a:pt x="756" y="7184"/>
                  </a:lnTo>
                  <a:cubicBezTo>
                    <a:pt x="678" y="7121"/>
                    <a:pt x="567" y="7089"/>
                    <a:pt x="457" y="7089"/>
                  </a:cubicBezTo>
                  <a:cubicBezTo>
                    <a:pt x="347" y="7089"/>
                    <a:pt x="237" y="7121"/>
                    <a:pt x="158" y="7184"/>
                  </a:cubicBezTo>
                  <a:cubicBezTo>
                    <a:pt x="0" y="7341"/>
                    <a:pt x="0" y="7625"/>
                    <a:pt x="158" y="7783"/>
                  </a:cubicBezTo>
                  <a:lnTo>
                    <a:pt x="1324" y="8980"/>
                  </a:lnTo>
                  <a:lnTo>
                    <a:pt x="2521" y="10145"/>
                  </a:lnTo>
                  <a:cubicBezTo>
                    <a:pt x="2600" y="10224"/>
                    <a:pt x="2710" y="10264"/>
                    <a:pt x="2820" y="10264"/>
                  </a:cubicBezTo>
                  <a:cubicBezTo>
                    <a:pt x="2930" y="10264"/>
                    <a:pt x="3041" y="10224"/>
                    <a:pt x="3119" y="10145"/>
                  </a:cubicBezTo>
                  <a:cubicBezTo>
                    <a:pt x="3277" y="9988"/>
                    <a:pt x="3277" y="9704"/>
                    <a:pt x="3119" y="9547"/>
                  </a:cubicBezTo>
                  <a:lnTo>
                    <a:pt x="2237" y="8696"/>
                  </a:lnTo>
                  <a:lnTo>
                    <a:pt x="2836" y="8098"/>
                  </a:lnTo>
                  <a:cubicBezTo>
                    <a:pt x="3655" y="8759"/>
                    <a:pt x="4695" y="9169"/>
                    <a:pt x="5734" y="9169"/>
                  </a:cubicBezTo>
                  <a:cubicBezTo>
                    <a:pt x="8255" y="9169"/>
                    <a:pt x="10271" y="7121"/>
                    <a:pt x="10271" y="4632"/>
                  </a:cubicBezTo>
                  <a:cubicBezTo>
                    <a:pt x="10239" y="2049"/>
                    <a:pt x="8223" y="1"/>
                    <a:pt x="570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200;p18">
              <a:extLst>
                <a:ext uri="{FF2B5EF4-FFF2-40B4-BE49-F238E27FC236}">
                  <a16:creationId xmlns:a16="http://schemas.microsoft.com/office/drawing/2014/main" id="{EAAF5C6C-B7F6-4AEB-9000-209BCC680B00}"/>
                </a:ext>
              </a:extLst>
            </p:cNvPr>
            <p:cNvSpPr/>
            <p:nvPr/>
          </p:nvSpPr>
          <p:spPr>
            <a:xfrm>
              <a:off x="-63679950" y="3576200"/>
              <a:ext cx="102425" cy="100825"/>
            </a:xfrm>
            <a:custGeom>
              <a:avLst/>
              <a:gdLst/>
              <a:ahLst/>
              <a:cxnLst/>
              <a:rect l="l" t="t" r="r" b="b"/>
              <a:pathLst>
                <a:path w="4097" h="4033" extrusionOk="0">
                  <a:moveTo>
                    <a:pt x="2332" y="0"/>
                  </a:moveTo>
                  <a:lnTo>
                    <a:pt x="159" y="2142"/>
                  </a:lnTo>
                  <a:cubicBezTo>
                    <a:pt x="1" y="2300"/>
                    <a:pt x="1" y="2584"/>
                    <a:pt x="159" y="2741"/>
                  </a:cubicBezTo>
                  <a:lnTo>
                    <a:pt x="1356" y="3938"/>
                  </a:lnTo>
                  <a:cubicBezTo>
                    <a:pt x="1434" y="4001"/>
                    <a:pt x="1545" y="4033"/>
                    <a:pt x="1655" y="4033"/>
                  </a:cubicBezTo>
                  <a:cubicBezTo>
                    <a:pt x="1765" y="4033"/>
                    <a:pt x="1876" y="4001"/>
                    <a:pt x="1954" y="3938"/>
                  </a:cubicBezTo>
                  <a:lnTo>
                    <a:pt x="4097" y="1764"/>
                  </a:lnTo>
                  <a:lnTo>
                    <a:pt x="233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7" name="Google Shape;201;p18">
            <a:extLst>
              <a:ext uri="{FF2B5EF4-FFF2-40B4-BE49-F238E27FC236}">
                <a16:creationId xmlns:a16="http://schemas.microsoft.com/office/drawing/2014/main" id="{9F89EE8E-BA48-43EC-99C5-D964A29564ED}"/>
              </a:ext>
            </a:extLst>
          </p:cNvPr>
          <p:cNvSpPr txBox="1">
            <a:spLocks/>
          </p:cNvSpPr>
          <p:nvPr/>
        </p:nvSpPr>
        <p:spPr>
          <a:xfrm>
            <a:off x="2072468" y="114525"/>
            <a:ext cx="4785300" cy="68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SemiBold"/>
              <a:buNone/>
              <a:defRPr sz="2800" b="0" i="0" u="none" strike="noStrike" cap="none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SemiBold"/>
              <a:buNone/>
              <a:defRPr sz="2800" b="0" i="0" u="none" strike="noStrike" cap="none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SemiBold"/>
              <a:buNone/>
              <a:defRPr sz="2800" b="0" i="0" u="none" strike="noStrike" cap="none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SemiBold"/>
              <a:buNone/>
              <a:defRPr sz="2800" b="0" i="0" u="none" strike="noStrike" cap="none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SemiBold"/>
              <a:buNone/>
              <a:defRPr sz="2800" b="0" i="0" u="none" strike="noStrike" cap="none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SemiBold"/>
              <a:buNone/>
              <a:defRPr sz="2800" b="0" i="0" u="none" strike="noStrike" cap="none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SemiBold"/>
              <a:buNone/>
              <a:defRPr sz="2800" b="0" i="0" u="none" strike="noStrike" cap="none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SemiBold"/>
              <a:buNone/>
              <a:defRPr sz="2800" b="0" i="0" u="none" strike="noStrike" cap="none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SemiBold"/>
              <a:buNone/>
              <a:defRPr sz="2800" b="0" i="0" u="none" strike="noStrike" cap="none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9pPr>
          </a:lstStyle>
          <a:p>
            <a:pPr algn="ctr"/>
            <a:r>
              <a:rPr lang="en-CH" sz="3600" dirty="0">
                <a:solidFill>
                  <a:schemeClr val="accent5"/>
                </a:solidFill>
              </a:rPr>
              <a:t>Arabic Language</a:t>
            </a:r>
          </a:p>
          <a:p>
            <a:pPr algn="ctr"/>
            <a:r>
              <a:rPr lang="en-CH" sz="1800" dirty="0">
                <a:solidFill>
                  <a:schemeClr val="accent5"/>
                </a:solidFill>
              </a:rPr>
              <a:t>-Algerian Dialect</a:t>
            </a:r>
            <a:endParaRPr lang="en-US" sz="1800" dirty="0">
              <a:solidFill>
                <a:schemeClr val="accent5"/>
              </a:solidFill>
            </a:endParaRPr>
          </a:p>
        </p:txBody>
      </p:sp>
      <p:grpSp>
        <p:nvGrpSpPr>
          <p:cNvPr id="48" name="Google Shape;196;p18">
            <a:extLst>
              <a:ext uri="{FF2B5EF4-FFF2-40B4-BE49-F238E27FC236}">
                <a16:creationId xmlns:a16="http://schemas.microsoft.com/office/drawing/2014/main" id="{3000DE44-EA63-48FD-A5DE-2D3D1C096B07}"/>
              </a:ext>
            </a:extLst>
          </p:cNvPr>
          <p:cNvGrpSpPr/>
          <p:nvPr/>
        </p:nvGrpSpPr>
        <p:grpSpPr>
          <a:xfrm>
            <a:off x="823697" y="1771933"/>
            <a:ext cx="368186" cy="366364"/>
            <a:chOff x="-63679950" y="3360375"/>
            <a:chExt cx="318225" cy="316650"/>
          </a:xfrm>
        </p:grpSpPr>
        <p:sp>
          <p:nvSpPr>
            <p:cNvPr id="49" name="Google Shape;197;p18">
              <a:extLst>
                <a:ext uri="{FF2B5EF4-FFF2-40B4-BE49-F238E27FC236}">
                  <a16:creationId xmlns:a16="http://schemas.microsoft.com/office/drawing/2014/main" id="{BA063993-868B-4E4F-B12E-B52874B59FC0}"/>
                </a:ext>
              </a:extLst>
            </p:cNvPr>
            <p:cNvSpPr/>
            <p:nvPr/>
          </p:nvSpPr>
          <p:spPr>
            <a:xfrm>
              <a:off x="-63497200" y="3423400"/>
              <a:ext cx="40975" cy="40975"/>
            </a:xfrm>
            <a:custGeom>
              <a:avLst/>
              <a:gdLst/>
              <a:ahLst/>
              <a:cxnLst/>
              <a:rect l="l" t="t" r="r" b="b"/>
              <a:pathLst>
                <a:path w="1639" h="1639" extrusionOk="0">
                  <a:moveTo>
                    <a:pt x="819" y="0"/>
                  </a:moveTo>
                  <a:cubicBezTo>
                    <a:pt x="378" y="0"/>
                    <a:pt x="0" y="378"/>
                    <a:pt x="0" y="819"/>
                  </a:cubicBezTo>
                  <a:cubicBezTo>
                    <a:pt x="0" y="1260"/>
                    <a:pt x="378" y="1638"/>
                    <a:pt x="819" y="1638"/>
                  </a:cubicBezTo>
                  <a:cubicBezTo>
                    <a:pt x="1260" y="1638"/>
                    <a:pt x="1638" y="1260"/>
                    <a:pt x="1638" y="819"/>
                  </a:cubicBezTo>
                  <a:cubicBezTo>
                    <a:pt x="1638" y="378"/>
                    <a:pt x="1260" y="0"/>
                    <a:pt x="81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198;p18">
              <a:extLst>
                <a:ext uri="{FF2B5EF4-FFF2-40B4-BE49-F238E27FC236}">
                  <a16:creationId xmlns:a16="http://schemas.microsoft.com/office/drawing/2014/main" id="{69404899-A4E0-4203-8771-128C229AD86A}"/>
                </a:ext>
              </a:extLst>
            </p:cNvPr>
            <p:cNvSpPr/>
            <p:nvPr/>
          </p:nvSpPr>
          <p:spPr>
            <a:xfrm>
              <a:off x="-63516900" y="3485625"/>
              <a:ext cx="79575" cy="29950"/>
            </a:xfrm>
            <a:custGeom>
              <a:avLst/>
              <a:gdLst/>
              <a:ahLst/>
              <a:cxnLst/>
              <a:rect l="l" t="t" r="r" b="b"/>
              <a:pathLst>
                <a:path w="3183" h="1198" extrusionOk="0">
                  <a:moveTo>
                    <a:pt x="1607" y="0"/>
                  </a:moveTo>
                  <a:cubicBezTo>
                    <a:pt x="820" y="0"/>
                    <a:pt x="190" y="504"/>
                    <a:pt x="1" y="1197"/>
                  </a:cubicBezTo>
                  <a:lnTo>
                    <a:pt x="3183" y="1197"/>
                  </a:lnTo>
                  <a:cubicBezTo>
                    <a:pt x="3025" y="504"/>
                    <a:pt x="2395" y="0"/>
                    <a:pt x="160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199;p18">
              <a:extLst>
                <a:ext uri="{FF2B5EF4-FFF2-40B4-BE49-F238E27FC236}">
                  <a16:creationId xmlns:a16="http://schemas.microsoft.com/office/drawing/2014/main" id="{0957F276-74A9-46CF-B50B-3DEFA2DB537C}"/>
                </a:ext>
              </a:extLst>
            </p:cNvPr>
            <p:cNvSpPr/>
            <p:nvPr/>
          </p:nvSpPr>
          <p:spPr>
            <a:xfrm>
              <a:off x="-63618500" y="3360375"/>
              <a:ext cx="256775" cy="256600"/>
            </a:xfrm>
            <a:custGeom>
              <a:avLst/>
              <a:gdLst/>
              <a:ahLst/>
              <a:cxnLst/>
              <a:rect l="l" t="t" r="r" b="b"/>
              <a:pathLst>
                <a:path w="10271" h="10264" extrusionOk="0">
                  <a:moveTo>
                    <a:pt x="5703" y="1639"/>
                  </a:moveTo>
                  <a:cubicBezTo>
                    <a:pt x="6616" y="1639"/>
                    <a:pt x="7373" y="2395"/>
                    <a:pt x="7373" y="3309"/>
                  </a:cubicBezTo>
                  <a:cubicBezTo>
                    <a:pt x="7373" y="3750"/>
                    <a:pt x="7215" y="4128"/>
                    <a:pt x="6900" y="4443"/>
                  </a:cubicBezTo>
                  <a:cubicBezTo>
                    <a:pt x="7625" y="4884"/>
                    <a:pt x="8192" y="5672"/>
                    <a:pt x="8192" y="6617"/>
                  </a:cubicBezTo>
                  <a:cubicBezTo>
                    <a:pt x="8160" y="6900"/>
                    <a:pt x="8003" y="7058"/>
                    <a:pt x="7751" y="7058"/>
                  </a:cubicBezTo>
                  <a:lnTo>
                    <a:pt x="3623" y="7058"/>
                  </a:lnTo>
                  <a:cubicBezTo>
                    <a:pt x="3371" y="7058"/>
                    <a:pt x="3214" y="6837"/>
                    <a:pt x="3214" y="6617"/>
                  </a:cubicBezTo>
                  <a:cubicBezTo>
                    <a:pt x="3214" y="5672"/>
                    <a:pt x="3749" y="4884"/>
                    <a:pt x="4537" y="4443"/>
                  </a:cubicBezTo>
                  <a:cubicBezTo>
                    <a:pt x="4254" y="4128"/>
                    <a:pt x="4065" y="3718"/>
                    <a:pt x="4065" y="3309"/>
                  </a:cubicBezTo>
                  <a:cubicBezTo>
                    <a:pt x="4065" y="2395"/>
                    <a:pt x="4789" y="1639"/>
                    <a:pt x="5703" y="1639"/>
                  </a:cubicBezTo>
                  <a:close/>
                  <a:moveTo>
                    <a:pt x="5703" y="1"/>
                  </a:moveTo>
                  <a:cubicBezTo>
                    <a:pt x="3182" y="1"/>
                    <a:pt x="1135" y="2049"/>
                    <a:pt x="1135" y="4569"/>
                  </a:cubicBezTo>
                  <a:cubicBezTo>
                    <a:pt x="1135" y="5609"/>
                    <a:pt x="1481" y="6648"/>
                    <a:pt x="2206" y="7467"/>
                  </a:cubicBezTo>
                  <a:lnTo>
                    <a:pt x="1607" y="8066"/>
                  </a:lnTo>
                  <a:lnTo>
                    <a:pt x="756" y="7184"/>
                  </a:lnTo>
                  <a:cubicBezTo>
                    <a:pt x="678" y="7121"/>
                    <a:pt x="567" y="7089"/>
                    <a:pt x="457" y="7089"/>
                  </a:cubicBezTo>
                  <a:cubicBezTo>
                    <a:pt x="347" y="7089"/>
                    <a:pt x="237" y="7121"/>
                    <a:pt x="158" y="7184"/>
                  </a:cubicBezTo>
                  <a:cubicBezTo>
                    <a:pt x="0" y="7341"/>
                    <a:pt x="0" y="7625"/>
                    <a:pt x="158" y="7783"/>
                  </a:cubicBezTo>
                  <a:lnTo>
                    <a:pt x="1324" y="8980"/>
                  </a:lnTo>
                  <a:lnTo>
                    <a:pt x="2521" y="10145"/>
                  </a:lnTo>
                  <a:cubicBezTo>
                    <a:pt x="2600" y="10224"/>
                    <a:pt x="2710" y="10264"/>
                    <a:pt x="2820" y="10264"/>
                  </a:cubicBezTo>
                  <a:cubicBezTo>
                    <a:pt x="2930" y="10264"/>
                    <a:pt x="3041" y="10224"/>
                    <a:pt x="3119" y="10145"/>
                  </a:cubicBezTo>
                  <a:cubicBezTo>
                    <a:pt x="3277" y="9988"/>
                    <a:pt x="3277" y="9704"/>
                    <a:pt x="3119" y="9547"/>
                  </a:cubicBezTo>
                  <a:lnTo>
                    <a:pt x="2237" y="8696"/>
                  </a:lnTo>
                  <a:lnTo>
                    <a:pt x="2836" y="8098"/>
                  </a:lnTo>
                  <a:cubicBezTo>
                    <a:pt x="3655" y="8759"/>
                    <a:pt x="4695" y="9169"/>
                    <a:pt x="5734" y="9169"/>
                  </a:cubicBezTo>
                  <a:cubicBezTo>
                    <a:pt x="8255" y="9169"/>
                    <a:pt x="10271" y="7121"/>
                    <a:pt x="10271" y="4632"/>
                  </a:cubicBezTo>
                  <a:cubicBezTo>
                    <a:pt x="10239" y="2049"/>
                    <a:pt x="8223" y="1"/>
                    <a:pt x="570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200;p18">
              <a:extLst>
                <a:ext uri="{FF2B5EF4-FFF2-40B4-BE49-F238E27FC236}">
                  <a16:creationId xmlns:a16="http://schemas.microsoft.com/office/drawing/2014/main" id="{803EF61B-2383-4C6F-80FF-E51055C9DBBC}"/>
                </a:ext>
              </a:extLst>
            </p:cNvPr>
            <p:cNvSpPr/>
            <p:nvPr/>
          </p:nvSpPr>
          <p:spPr>
            <a:xfrm>
              <a:off x="-63679950" y="3576200"/>
              <a:ext cx="102425" cy="100825"/>
            </a:xfrm>
            <a:custGeom>
              <a:avLst/>
              <a:gdLst/>
              <a:ahLst/>
              <a:cxnLst/>
              <a:rect l="l" t="t" r="r" b="b"/>
              <a:pathLst>
                <a:path w="4097" h="4033" extrusionOk="0">
                  <a:moveTo>
                    <a:pt x="2332" y="0"/>
                  </a:moveTo>
                  <a:lnTo>
                    <a:pt x="159" y="2142"/>
                  </a:lnTo>
                  <a:cubicBezTo>
                    <a:pt x="1" y="2300"/>
                    <a:pt x="1" y="2584"/>
                    <a:pt x="159" y="2741"/>
                  </a:cubicBezTo>
                  <a:lnTo>
                    <a:pt x="1356" y="3938"/>
                  </a:lnTo>
                  <a:cubicBezTo>
                    <a:pt x="1434" y="4001"/>
                    <a:pt x="1545" y="4033"/>
                    <a:pt x="1655" y="4033"/>
                  </a:cubicBezTo>
                  <a:cubicBezTo>
                    <a:pt x="1765" y="4033"/>
                    <a:pt x="1876" y="4001"/>
                    <a:pt x="1954" y="3938"/>
                  </a:cubicBezTo>
                  <a:lnTo>
                    <a:pt x="4097" y="1764"/>
                  </a:lnTo>
                  <a:lnTo>
                    <a:pt x="233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3" name="Google Shape;164;p18">
            <a:extLst>
              <a:ext uri="{FF2B5EF4-FFF2-40B4-BE49-F238E27FC236}">
                <a16:creationId xmlns:a16="http://schemas.microsoft.com/office/drawing/2014/main" id="{4AA72B11-2837-4897-8F8F-5BA38E1028E6}"/>
              </a:ext>
            </a:extLst>
          </p:cNvPr>
          <p:cNvSpPr/>
          <p:nvPr/>
        </p:nvSpPr>
        <p:spPr>
          <a:xfrm>
            <a:off x="7621618" y="2364788"/>
            <a:ext cx="895364" cy="969328"/>
          </a:xfrm>
          <a:custGeom>
            <a:avLst/>
            <a:gdLst/>
            <a:ahLst/>
            <a:cxnLst/>
            <a:rect l="l" t="t" r="r" b="b"/>
            <a:pathLst>
              <a:path w="25486" h="25278" extrusionOk="0">
                <a:moveTo>
                  <a:pt x="12746" y="4905"/>
                </a:moveTo>
                <a:cubicBezTo>
                  <a:pt x="13701" y="4905"/>
                  <a:pt x="14672" y="5083"/>
                  <a:pt x="15613" y="5460"/>
                </a:cubicBezTo>
                <a:cubicBezTo>
                  <a:pt x="19580" y="7047"/>
                  <a:pt x="21508" y="11545"/>
                  <a:pt x="19923" y="15511"/>
                </a:cubicBezTo>
                <a:cubicBezTo>
                  <a:pt x="18714" y="18534"/>
                  <a:pt x="15811" y="20374"/>
                  <a:pt x="12742" y="20374"/>
                </a:cubicBezTo>
                <a:cubicBezTo>
                  <a:pt x="11786" y="20374"/>
                  <a:pt x="10814" y="20196"/>
                  <a:pt x="9873" y="19819"/>
                </a:cubicBezTo>
                <a:cubicBezTo>
                  <a:pt x="5908" y="18234"/>
                  <a:pt x="3978" y="13734"/>
                  <a:pt x="5563" y="9769"/>
                </a:cubicBezTo>
                <a:cubicBezTo>
                  <a:pt x="6772" y="6745"/>
                  <a:pt x="9676" y="4905"/>
                  <a:pt x="12746" y="4905"/>
                </a:cubicBezTo>
                <a:close/>
                <a:moveTo>
                  <a:pt x="15551" y="1"/>
                </a:moveTo>
                <a:cubicBezTo>
                  <a:pt x="15240" y="1"/>
                  <a:pt x="14946" y="187"/>
                  <a:pt x="14824" y="492"/>
                </a:cubicBezTo>
                <a:lnTo>
                  <a:pt x="14047" y="2435"/>
                </a:lnTo>
                <a:cubicBezTo>
                  <a:pt x="13612" y="2378"/>
                  <a:pt x="13174" y="2350"/>
                  <a:pt x="12736" y="2350"/>
                </a:cubicBezTo>
                <a:cubicBezTo>
                  <a:pt x="12218" y="2350"/>
                  <a:pt x="11700" y="2390"/>
                  <a:pt x="11187" y="2469"/>
                </a:cubicBezTo>
                <a:lnTo>
                  <a:pt x="10364" y="547"/>
                </a:lnTo>
                <a:cubicBezTo>
                  <a:pt x="10238" y="251"/>
                  <a:pt x="9949" y="73"/>
                  <a:pt x="9646" y="73"/>
                </a:cubicBezTo>
                <a:cubicBezTo>
                  <a:pt x="9543" y="73"/>
                  <a:pt x="9438" y="93"/>
                  <a:pt x="9338" y="137"/>
                </a:cubicBezTo>
                <a:lnTo>
                  <a:pt x="6036" y="1553"/>
                </a:lnTo>
                <a:cubicBezTo>
                  <a:pt x="5640" y="1722"/>
                  <a:pt x="5456" y="2182"/>
                  <a:pt x="5626" y="2579"/>
                </a:cubicBezTo>
                <a:lnTo>
                  <a:pt x="6449" y="4501"/>
                </a:lnTo>
                <a:cubicBezTo>
                  <a:pt x="5690" y="5085"/>
                  <a:pt x="5019" y="5775"/>
                  <a:pt x="4452" y="6549"/>
                </a:cubicBezTo>
                <a:lnTo>
                  <a:pt x="2510" y="5772"/>
                </a:lnTo>
                <a:cubicBezTo>
                  <a:pt x="2414" y="5734"/>
                  <a:pt x="2316" y="5716"/>
                  <a:pt x="2219" y="5716"/>
                </a:cubicBezTo>
                <a:cubicBezTo>
                  <a:pt x="1910" y="5716"/>
                  <a:pt x="1616" y="5901"/>
                  <a:pt x="1493" y="6208"/>
                </a:cubicBezTo>
                <a:lnTo>
                  <a:pt x="161" y="9542"/>
                </a:lnTo>
                <a:cubicBezTo>
                  <a:pt x="0" y="9944"/>
                  <a:pt x="194" y="10398"/>
                  <a:pt x="596" y="10558"/>
                </a:cubicBezTo>
                <a:lnTo>
                  <a:pt x="2537" y="11335"/>
                </a:lnTo>
                <a:cubicBezTo>
                  <a:pt x="2415" y="12285"/>
                  <a:pt x="2426" y="13249"/>
                  <a:pt x="2572" y="14195"/>
                </a:cubicBezTo>
                <a:lnTo>
                  <a:pt x="651" y="15018"/>
                </a:lnTo>
                <a:cubicBezTo>
                  <a:pt x="253" y="15189"/>
                  <a:pt x="71" y="15649"/>
                  <a:pt x="241" y="16046"/>
                </a:cubicBezTo>
                <a:lnTo>
                  <a:pt x="1655" y="19347"/>
                </a:lnTo>
                <a:cubicBezTo>
                  <a:pt x="1781" y="19643"/>
                  <a:pt x="2070" y="19821"/>
                  <a:pt x="2373" y="19821"/>
                </a:cubicBezTo>
                <a:cubicBezTo>
                  <a:pt x="2476" y="19821"/>
                  <a:pt x="2581" y="19800"/>
                  <a:pt x="2681" y="19756"/>
                </a:cubicBezTo>
                <a:lnTo>
                  <a:pt x="4603" y="18933"/>
                </a:lnTo>
                <a:cubicBezTo>
                  <a:pt x="5189" y="19692"/>
                  <a:pt x="5879" y="20365"/>
                  <a:pt x="6651" y="20930"/>
                </a:cubicBezTo>
                <a:lnTo>
                  <a:pt x="5874" y="22873"/>
                </a:lnTo>
                <a:cubicBezTo>
                  <a:pt x="5714" y="23273"/>
                  <a:pt x="5909" y="23728"/>
                  <a:pt x="6310" y="23888"/>
                </a:cubicBezTo>
                <a:lnTo>
                  <a:pt x="9645" y="25222"/>
                </a:lnTo>
                <a:cubicBezTo>
                  <a:pt x="9740" y="25260"/>
                  <a:pt x="9838" y="25278"/>
                  <a:pt x="9935" y="25278"/>
                </a:cubicBezTo>
                <a:cubicBezTo>
                  <a:pt x="10245" y="25278"/>
                  <a:pt x="10538" y="25092"/>
                  <a:pt x="10660" y="24786"/>
                </a:cubicBezTo>
                <a:lnTo>
                  <a:pt x="11437" y="22845"/>
                </a:lnTo>
                <a:cubicBezTo>
                  <a:pt x="11871" y="22901"/>
                  <a:pt x="12308" y="22929"/>
                  <a:pt x="12745" y="22929"/>
                </a:cubicBezTo>
                <a:cubicBezTo>
                  <a:pt x="13264" y="22929"/>
                  <a:pt x="13784" y="22889"/>
                  <a:pt x="14299" y="22810"/>
                </a:cubicBezTo>
                <a:lnTo>
                  <a:pt x="15122" y="24732"/>
                </a:lnTo>
                <a:cubicBezTo>
                  <a:pt x="15248" y="25028"/>
                  <a:pt x="15536" y="25206"/>
                  <a:pt x="15839" y="25206"/>
                </a:cubicBezTo>
                <a:cubicBezTo>
                  <a:pt x="15943" y="25206"/>
                  <a:pt x="16047" y="25185"/>
                  <a:pt x="16148" y="25142"/>
                </a:cubicBezTo>
                <a:lnTo>
                  <a:pt x="19449" y="23728"/>
                </a:lnTo>
                <a:cubicBezTo>
                  <a:pt x="19846" y="23558"/>
                  <a:pt x="20030" y="23098"/>
                  <a:pt x="19860" y="22701"/>
                </a:cubicBezTo>
                <a:lnTo>
                  <a:pt x="19037" y="20780"/>
                </a:lnTo>
                <a:cubicBezTo>
                  <a:pt x="19794" y="20194"/>
                  <a:pt x="20467" y="19503"/>
                  <a:pt x="21034" y="18732"/>
                </a:cubicBezTo>
                <a:lnTo>
                  <a:pt x="22975" y="19508"/>
                </a:lnTo>
                <a:cubicBezTo>
                  <a:pt x="23070" y="19546"/>
                  <a:pt x="23168" y="19564"/>
                  <a:pt x="23265" y="19564"/>
                </a:cubicBezTo>
                <a:cubicBezTo>
                  <a:pt x="23576" y="19564"/>
                  <a:pt x="23869" y="19378"/>
                  <a:pt x="23992" y="19073"/>
                </a:cubicBezTo>
                <a:lnTo>
                  <a:pt x="25326" y="15737"/>
                </a:lnTo>
                <a:cubicBezTo>
                  <a:pt x="25486" y="15337"/>
                  <a:pt x="25290" y="14882"/>
                  <a:pt x="24890" y="14722"/>
                </a:cubicBezTo>
                <a:lnTo>
                  <a:pt x="22948" y="13945"/>
                </a:lnTo>
                <a:cubicBezTo>
                  <a:pt x="23071" y="12994"/>
                  <a:pt x="23060" y="12032"/>
                  <a:pt x="22914" y="11084"/>
                </a:cubicBezTo>
                <a:lnTo>
                  <a:pt x="24835" y="10261"/>
                </a:lnTo>
                <a:cubicBezTo>
                  <a:pt x="25231" y="10091"/>
                  <a:pt x="25415" y="9631"/>
                  <a:pt x="25245" y="9234"/>
                </a:cubicBezTo>
                <a:lnTo>
                  <a:pt x="23830" y="5934"/>
                </a:lnTo>
                <a:cubicBezTo>
                  <a:pt x="23703" y="5637"/>
                  <a:pt x="23414" y="5459"/>
                  <a:pt x="23111" y="5459"/>
                </a:cubicBezTo>
                <a:cubicBezTo>
                  <a:pt x="23008" y="5459"/>
                  <a:pt x="22904" y="5479"/>
                  <a:pt x="22803" y="5522"/>
                </a:cubicBezTo>
                <a:lnTo>
                  <a:pt x="20882" y="6347"/>
                </a:lnTo>
                <a:cubicBezTo>
                  <a:pt x="20297" y="5588"/>
                  <a:pt x="19607" y="4915"/>
                  <a:pt x="18835" y="4348"/>
                </a:cubicBezTo>
                <a:lnTo>
                  <a:pt x="19610" y="2408"/>
                </a:lnTo>
                <a:cubicBezTo>
                  <a:pt x="19770" y="2006"/>
                  <a:pt x="19577" y="1551"/>
                  <a:pt x="19175" y="1391"/>
                </a:cubicBezTo>
                <a:lnTo>
                  <a:pt x="15841" y="57"/>
                </a:lnTo>
                <a:cubicBezTo>
                  <a:pt x="15745" y="19"/>
                  <a:pt x="15647" y="1"/>
                  <a:pt x="15551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4" name="Google Shape;196;p18">
            <a:extLst>
              <a:ext uri="{FF2B5EF4-FFF2-40B4-BE49-F238E27FC236}">
                <a16:creationId xmlns:a16="http://schemas.microsoft.com/office/drawing/2014/main" id="{5F6C41A0-E892-469F-8EFB-C99D03FC5A50}"/>
              </a:ext>
            </a:extLst>
          </p:cNvPr>
          <p:cNvGrpSpPr/>
          <p:nvPr/>
        </p:nvGrpSpPr>
        <p:grpSpPr>
          <a:xfrm>
            <a:off x="701184" y="3570152"/>
            <a:ext cx="368186" cy="366364"/>
            <a:chOff x="-63679950" y="3360375"/>
            <a:chExt cx="318225" cy="316650"/>
          </a:xfrm>
        </p:grpSpPr>
        <p:sp>
          <p:nvSpPr>
            <p:cNvPr id="55" name="Google Shape;197;p18">
              <a:extLst>
                <a:ext uri="{FF2B5EF4-FFF2-40B4-BE49-F238E27FC236}">
                  <a16:creationId xmlns:a16="http://schemas.microsoft.com/office/drawing/2014/main" id="{C05BC293-3D36-4514-9E75-89D653F73FBB}"/>
                </a:ext>
              </a:extLst>
            </p:cNvPr>
            <p:cNvSpPr/>
            <p:nvPr/>
          </p:nvSpPr>
          <p:spPr>
            <a:xfrm>
              <a:off x="-63497200" y="3423400"/>
              <a:ext cx="40975" cy="40975"/>
            </a:xfrm>
            <a:custGeom>
              <a:avLst/>
              <a:gdLst/>
              <a:ahLst/>
              <a:cxnLst/>
              <a:rect l="l" t="t" r="r" b="b"/>
              <a:pathLst>
                <a:path w="1639" h="1639" extrusionOk="0">
                  <a:moveTo>
                    <a:pt x="819" y="0"/>
                  </a:moveTo>
                  <a:cubicBezTo>
                    <a:pt x="378" y="0"/>
                    <a:pt x="0" y="378"/>
                    <a:pt x="0" y="819"/>
                  </a:cubicBezTo>
                  <a:cubicBezTo>
                    <a:pt x="0" y="1260"/>
                    <a:pt x="378" y="1638"/>
                    <a:pt x="819" y="1638"/>
                  </a:cubicBezTo>
                  <a:cubicBezTo>
                    <a:pt x="1260" y="1638"/>
                    <a:pt x="1638" y="1260"/>
                    <a:pt x="1638" y="819"/>
                  </a:cubicBezTo>
                  <a:cubicBezTo>
                    <a:pt x="1638" y="378"/>
                    <a:pt x="1260" y="0"/>
                    <a:pt x="81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198;p18">
              <a:extLst>
                <a:ext uri="{FF2B5EF4-FFF2-40B4-BE49-F238E27FC236}">
                  <a16:creationId xmlns:a16="http://schemas.microsoft.com/office/drawing/2014/main" id="{2F6C16BC-900A-4B20-BC6A-4851500C1DAD}"/>
                </a:ext>
              </a:extLst>
            </p:cNvPr>
            <p:cNvSpPr/>
            <p:nvPr/>
          </p:nvSpPr>
          <p:spPr>
            <a:xfrm>
              <a:off x="-63516900" y="3485625"/>
              <a:ext cx="79575" cy="29950"/>
            </a:xfrm>
            <a:custGeom>
              <a:avLst/>
              <a:gdLst/>
              <a:ahLst/>
              <a:cxnLst/>
              <a:rect l="l" t="t" r="r" b="b"/>
              <a:pathLst>
                <a:path w="3183" h="1198" extrusionOk="0">
                  <a:moveTo>
                    <a:pt x="1607" y="0"/>
                  </a:moveTo>
                  <a:cubicBezTo>
                    <a:pt x="820" y="0"/>
                    <a:pt x="190" y="504"/>
                    <a:pt x="1" y="1197"/>
                  </a:cubicBezTo>
                  <a:lnTo>
                    <a:pt x="3183" y="1197"/>
                  </a:lnTo>
                  <a:cubicBezTo>
                    <a:pt x="3025" y="504"/>
                    <a:pt x="2395" y="0"/>
                    <a:pt x="160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199;p18">
              <a:extLst>
                <a:ext uri="{FF2B5EF4-FFF2-40B4-BE49-F238E27FC236}">
                  <a16:creationId xmlns:a16="http://schemas.microsoft.com/office/drawing/2014/main" id="{B50E9DC7-D26E-405A-9502-C5956B17D921}"/>
                </a:ext>
              </a:extLst>
            </p:cNvPr>
            <p:cNvSpPr/>
            <p:nvPr/>
          </p:nvSpPr>
          <p:spPr>
            <a:xfrm>
              <a:off x="-63618500" y="3360375"/>
              <a:ext cx="256775" cy="256600"/>
            </a:xfrm>
            <a:custGeom>
              <a:avLst/>
              <a:gdLst/>
              <a:ahLst/>
              <a:cxnLst/>
              <a:rect l="l" t="t" r="r" b="b"/>
              <a:pathLst>
                <a:path w="10271" h="10264" extrusionOk="0">
                  <a:moveTo>
                    <a:pt x="5703" y="1639"/>
                  </a:moveTo>
                  <a:cubicBezTo>
                    <a:pt x="6616" y="1639"/>
                    <a:pt x="7373" y="2395"/>
                    <a:pt x="7373" y="3309"/>
                  </a:cubicBezTo>
                  <a:cubicBezTo>
                    <a:pt x="7373" y="3750"/>
                    <a:pt x="7215" y="4128"/>
                    <a:pt x="6900" y="4443"/>
                  </a:cubicBezTo>
                  <a:cubicBezTo>
                    <a:pt x="7625" y="4884"/>
                    <a:pt x="8192" y="5672"/>
                    <a:pt x="8192" y="6617"/>
                  </a:cubicBezTo>
                  <a:cubicBezTo>
                    <a:pt x="8160" y="6900"/>
                    <a:pt x="8003" y="7058"/>
                    <a:pt x="7751" y="7058"/>
                  </a:cubicBezTo>
                  <a:lnTo>
                    <a:pt x="3623" y="7058"/>
                  </a:lnTo>
                  <a:cubicBezTo>
                    <a:pt x="3371" y="7058"/>
                    <a:pt x="3214" y="6837"/>
                    <a:pt x="3214" y="6617"/>
                  </a:cubicBezTo>
                  <a:cubicBezTo>
                    <a:pt x="3214" y="5672"/>
                    <a:pt x="3749" y="4884"/>
                    <a:pt x="4537" y="4443"/>
                  </a:cubicBezTo>
                  <a:cubicBezTo>
                    <a:pt x="4254" y="4128"/>
                    <a:pt x="4065" y="3718"/>
                    <a:pt x="4065" y="3309"/>
                  </a:cubicBezTo>
                  <a:cubicBezTo>
                    <a:pt x="4065" y="2395"/>
                    <a:pt x="4789" y="1639"/>
                    <a:pt x="5703" y="1639"/>
                  </a:cubicBezTo>
                  <a:close/>
                  <a:moveTo>
                    <a:pt x="5703" y="1"/>
                  </a:moveTo>
                  <a:cubicBezTo>
                    <a:pt x="3182" y="1"/>
                    <a:pt x="1135" y="2049"/>
                    <a:pt x="1135" y="4569"/>
                  </a:cubicBezTo>
                  <a:cubicBezTo>
                    <a:pt x="1135" y="5609"/>
                    <a:pt x="1481" y="6648"/>
                    <a:pt x="2206" y="7467"/>
                  </a:cubicBezTo>
                  <a:lnTo>
                    <a:pt x="1607" y="8066"/>
                  </a:lnTo>
                  <a:lnTo>
                    <a:pt x="756" y="7184"/>
                  </a:lnTo>
                  <a:cubicBezTo>
                    <a:pt x="678" y="7121"/>
                    <a:pt x="567" y="7089"/>
                    <a:pt x="457" y="7089"/>
                  </a:cubicBezTo>
                  <a:cubicBezTo>
                    <a:pt x="347" y="7089"/>
                    <a:pt x="237" y="7121"/>
                    <a:pt x="158" y="7184"/>
                  </a:cubicBezTo>
                  <a:cubicBezTo>
                    <a:pt x="0" y="7341"/>
                    <a:pt x="0" y="7625"/>
                    <a:pt x="158" y="7783"/>
                  </a:cubicBezTo>
                  <a:lnTo>
                    <a:pt x="1324" y="8980"/>
                  </a:lnTo>
                  <a:lnTo>
                    <a:pt x="2521" y="10145"/>
                  </a:lnTo>
                  <a:cubicBezTo>
                    <a:pt x="2600" y="10224"/>
                    <a:pt x="2710" y="10264"/>
                    <a:pt x="2820" y="10264"/>
                  </a:cubicBezTo>
                  <a:cubicBezTo>
                    <a:pt x="2930" y="10264"/>
                    <a:pt x="3041" y="10224"/>
                    <a:pt x="3119" y="10145"/>
                  </a:cubicBezTo>
                  <a:cubicBezTo>
                    <a:pt x="3277" y="9988"/>
                    <a:pt x="3277" y="9704"/>
                    <a:pt x="3119" y="9547"/>
                  </a:cubicBezTo>
                  <a:lnTo>
                    <a:pt x="2237" y="8696"/>
                  </a:lnTo>
                  <a:lnTo>
                    <a:pt x="2836" y="8098"/>
                  </a:lnTo>
                  <a:cubicBezTo>
                    <a:pt x="3655" y="8759"/>
                    <a:pt x="4695" y="9169"/>
                    <a:pt x="5734" y="9169"/>
                  </a:cubicBezTo>
                  <a:cubicBezTo>
                    <a:pt x="8255" y="9169"/>
                    <a:pt x="10271" y="7121"/>
                    <a:pt x="10271" y="4632"/>
                  </a:cubicBezTo>
                  <a:cubicBezTo>
                    <a:pt x="10239" y="2049"/>
                    <a:pt x="8223" y="1"/>
                    <a:pt x="570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200;p18">
              <a:extLst>
                <a:ext uri="{FF2B5EF4-FFF2-40B4-BE49-F238E27FC236}">
                  <a16:creationId xmlns:a16="http://schemas.microsoft.com/office/drawing/2014/main" id="{719F9EBE-9A4D-4426-938B-16E14637641C}"/>
                </a:ext>
              </a:extLst>
            </p:cNvPr>
            <p:cNvSpPr/>
            <p:nvPr/>
          </p:nvSpPr>
          <p:spPr>
            <a:xfrm>
              <a:off x="-63679950" y="3576200"/>
              <a:ext cx="102425" cy="100825"/>
            </a:xfrm>
            <a:custGeom>
              <a:avLst/>
              <a:gdLst/>
              <a:ahLst/>
              <a:cxnLst/>
              <a:rect l="l" t="t" r="r" b="b"/>
              <a:pathLst>
                <a:path w="4097" h="4033" extrusionOk="0">
                  <a:moveTo>
                    <a:pt x="2332" y="0"/>
                  </a:moveTo>
                  <a:lnTo>
                    <a:pt x="159" y="2142"/>
                  </a:lnTo>
                  <a:cubicBezTo>
                    <a:pt x="1" y="2300"/>
                    <a:pt x="1" y="2584"/>
                    <a:pt x="159" y="2741"/>
                  </a:cubicBezTo>
                  <a:lnTo>
                    <a:pt x="1356" y="3938"/>
                  </a:lnTo>
                  <a:cubicBezTo>
                    <a:pt x="1434" y="4001"/>
                    <a:pt x="1545" y="4033"/>
                    <a:pt x="1655" y="4033"/>
                  </a:cubicBezTo>
                  <a:cubicBezTo>
                    <a:pt x="1765" y="4033"/>
                    <a:pt x="1876" y="4001"/>
                    <a:pt x="1954" y="3938"/>
                  </a:cubicBezTo>
                  <a:lnTo>
                    <a:pt x="4097" y="1764"/>
                  </a:lnTo>
                  <a:lnTo>
                    <a:pt x="233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0938238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9"/>
          <p:cNvSpPr txBox="1">
            <a:spLocks noGrp="1"/>
          </p:cNvSpPr>
          <p:nvPr>
            <p:ph type="title"/>
          </p:nvPr>
        </p:nvSpPr>
        <p:spPr>
          <a:xfrm>
            <a:off x="2668475" y="199125"/>
            <a:ext cx="3805500" cy="57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>
                <a:solidFill>
                  <a:schemeClr val="accent5"/>
                </a:solidFill>
              </a:rPr>
              <a:t>Problem Statement</a:t>
            </a:r>
            <a:endParaRPr b="1">
              <a:solidFill>
                <a:schemeClr val="accent5"/>
              </a:solidFill>
            </a:endParaRPr>
          </a:p>
        </p:txBody>
      </p:sp>
      <p:sp>
        <p:nvSpPr>
          <p:cNvPr id="207" name="Google Shape;207;p19"/>
          <p:cNvSpPr/>
          <p:nvPr/>
        </p:nvSpPr>
        <p:spPr>
          <a:xfrm>
            <a:off x="1662650" y="1305175"/>
            <a:ext cx="6783304" cy="963028"/>
          </a:xfrm>
          <a:custGeom>
            <a:avLst/>
            <a:gdLst/>
            <a:ahLst/>
            <a:cxnLst/>
            <a:rect l="l" t="t" r="r" b="b"/>
            <a:pathLst>
              <a:path w="50411" h="4522" extrusionOk="0">
                <a:moveTo>
                  <a:pt x="686" y="0"/>
                </a:moveTo>
                <a:cubicBezTo>
                  <a:pt x="308" y="0"/>
                  <a:pt x="1" y="307"/>
                  <a:pt x="1" y="686"/>
                </a:cubicBezTo>
                <a:lnTo>
                  <a:pt x="1" y="3836"/>
                </a:lnTo>
                <a:cubicBezTo>
                  <a:pt x="1" y="4215"/>
                  <a:pt x="308" y="4522"/>
                  <a:pt x="686" y="4522"/>
                </a:cubicBezTo>
                <a:lnTo>
                  <a:pt x="49723" y="4522"/>
                </a:lnTo>
                <a:cubicBezTo>
                  <a:pt x="50101" y="4522"/>
                  <a:pt x="50408" y="4215"/>
                  <a:pt x="50408" y="3836"/>
                </a:cubicBezTo>
                <a:lnTo>
                  <a:pt x="50410" y="3836"/>
                </a:lnTo>
                <a:lnTo>
                  <a:pt x="50410" y="686"/>
                </a:lnTo>
                <a:cubicBezTo>
                  <a:pt x="50410" y="307"/>
                  <a:pt x="50103" y="0"/>
                  <a:pt x="49724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just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Recently, there has been significant interest in pre-training and fine-tuning large language models (LLMs) based on the transformer architecture, such as BERT, GPT, and their multilingual variants. </a:t>
            </a:r>
            <a:endParaRPr dirty="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08" name="Google Shape;208;p19"/>
          <p:cNvSpPr/>
          <p:nvPr/>
        </p:nvSpPr>
        <p:spPr>
          <a:xfrm>
            <a:off x="740455" y="1509608"/>
            <a:ext cx="554207" cy="554145"/>
          </a:xfrm>
          <a:custGeom>
            <a:avLst/>
            <a:gdLst/>
            <a:ahLst/>
            <a:cxnLst/>
            <a:rect l="l" t="t" r="r" b="b"/>
            <a:pathLst>
              <a:path w="9042" h="9041" extrusionOk="0">
                <a:moveTo>
                  <a:pt x="4521" y="0"/>
                </a:moveTo>
                <a:cubicBezTo>
                  <a:pt x="2025" y="0"/>
                  <a:pt x="1" y="2024"/>
                  <a:pt x="1" y="4521"/>
                </a:cubicBezTo>
                <a:cubicBezTo>
                  <a:pt x="1" y="7017"/>
                  <a:pt x="2025" y="9040"/>
                  <a:pt x="4521" y="9040"/>
                </a:cubicBezTo>
                <a:cubicBezTo>
                  <a:pt x="7018" y="9040"/>
                  <a:pt x="9042" y="7017"/>
                  <a:pt x="9042" y="4521"/>
                </a:cubicBezTo>
                <a:cubicBezTo>
                  <a:pt x="9042" y="2024"/>
                  <a:pt x="7018" y="0"/>
                  <a:pt x="4521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" name="Google Shape;209;p19"/>
          <p:cNvSpPr/>
          <p:nvPr/>
        </p:nvSpPr>
        <p:spPr>
          <a:xfrm>
            <a:off x="788077" y="1564546"/>
            <a:ext cx="458958" cy="458958"/>
          </a:xfrm>
          <a:custGeom>
            <a:avLst/>
            <a:gdLst/>
            <a:ahLst/>
            <a:cxnLst/>
            <a:rect l="l" t="t" r="r" b="b"/>
            <a:pathLst>
              <a:path w="7488" h="7488" extrusionOk="0">
                <a:moveTo>
                  <a:pt x="3745" y="1"/>
                </a:moveTo>
                <a:cubicBezTo>
                  <a:pt x="3745" y="1"/>
                  <a:pt x="3744" y="1"/>
                  <a:pt x="3743" y="1"/>
                </a:cubicBezTo>
                <a:cubicBezTo>
                  <a:pt x="1675" y="1"/>
                  <a:pt x="0" y="1677"/>
                  <a:pt x="0" y="3745"/>
                </a:cubicBezTo>
                <a:cubicBezTo>
                  <a:pt x="0" y="5813"/>
                  <a:pt x="1675" y="7488"/>
                  <a:pt x="3743" y="7488"/>
                </a:cubicBezTo>
                <a:cubicBezTo>
                  <a:pt x="5812" y="7488"/>
                  <a:pt x="7487" y="5813"/>
                  <a:pt x="7487" y="3745"/>
                </a:cubicBezTo>
                <a:cubicBezTo>
                  <a:pt x="7487" y="1677"/>
                  <a:pt x="5811" y="1"/>
                  <a:pt x="3745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0" name="Google Shape;210;p19"/>
          <p:cNvSpPr txBox="1"/>
          <p:nvPr/>
        </p:nvSpPr>
        <p:spPr>
          <a:xfrm>
            <a:off x="805850" y="1564538"/>
            <a:ext cx="426300" cy="44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A</a:t>
            </a:r>
            <a:endParaRPr sz="2100" b="1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211" name="Google Shape;211;p19"/>
          <p:cNvSpPr/>
          <p:nvPr/>
        </p:nvSpPr>
        <p:spPr>
          <a:xfrm>
            <a:off x="740443" y="2754007"/>
            <a:ext cx="554207" cy="554145"/>
          </a:xfrm>
          <a:custGeom>
            <a:avLst/>
            <a:gdLst/>
            <a:ahLst/>
            <a:cxnLst/>
            <a:rect l="l" t="t" r="r" b="b"/>
            <a:pathLst>
              <a:path w="9042" h="9041" extrusionOk="0">
                <a:moveTo>
                  <a:pt x="4521" y="0"/>
                </a:moveTo>
                <a:cubicBezTo>
                  <a:pt x="2025" y="0"/>
                  <a:pt x="1" y="2024"/>
                  <a:pt x="1" y="4521"/>
                </a:cubicBezTo>
                <a:cubicBezTo>
                  <a:pt x="1" y="7017"/>
                  <a:pt x="2025" y="9040"/>
                  <a:pt x="4521" y="9040"/>
                </a:cubicBezTo>
                <a:cubicBezTo>
                  <a:pt x="7018" y="9040"/>
                  <a:pt x="9042" y="7017"/>
                  <a:pt x="9042" y="4521"/>
                </a:cubicBezTo>
                <a:cubicBezTo>
                  <a:pt x="9042" y="2024"/>
                  <a:pt x="7018" y="0"/>
                  <a:pt x="4521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p19"/>
          <p:cNvSpPr/>
          <p:nvPr/>
        </p:nvSpPr>
        <p:spPr>
          <a:xfrm>
            <a:off x="788189" y="2801570"/>
            <a:ext cx="458958" cy="458958"/>
          </a:xfrm>
          <a:custGeom>
            <a:avLst/>
            <a:gdLst/>
            <a:ahLst/>
            <a:cxnLst/>
            <a:rect l="l" t="t" r="r" b="b"/>
            <a:pathLst>
              <a:path w="7488" h="7488" extrusionOk="0">
                <a:moveTo>
                  <a:pt x="3743" y="1"/>
                </a:moveTo>
                <a:cubicBezTo>
                  <a:pt x="1675" y="1"/>
                  <a:pt x="0" y="1676"/>
                  <a:pt x="0" y="3745"/>
                </a:cubicBezTo>
                <a:cubicBezTo>
                  <a:pt x="0" y="5813"/>
                  <a:pt x="1675" y="7488"/>
                  <a:pt x="3743" y="7488"/>
                </a:cubicBezTo>
                <a:cubicBezTo>
                  <a:pt x="5812" y="7488"/>
                  <a:pt x="7487" y="5813"/>
                  <a:pt x="7487" y="3745"/>
                </a:cubicBezTo>
                <a:cubicBezTo>
                  <a:pt x="7487" y="1678"/>
                  <a:pt x="5810" y="1"/>
                  <a:pt x="374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" name="Google Shape;213;p19"/>
          <p:cNvSpPr txBox="1"/>
          <p:nvPr/>
        </p:nvSpPr>
        <p:spPr>
          <a:xfrm>
            <a:off x="805963" y="2789513"/>
            <a:ext cx="426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B</a:t>
            </a:r>
            <a:endParaRPr sz="2100" b="1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214" name="Google Shape;214;p19"/>
          <p:cNvSpPr/>
          <p:nvPr/>
        </p:nvSpPr>
        <p:spPr>
          <a:xfrm>
            <a:off x="742693" y="3998418"/>
            <a:ext cx="554207" cy="554145"/>
          </a:xfrm>
          <a:custGeom>
            <a:avLst/>
            <a:gdLst/>
            <a:ahLst/>
            <a:cxnLst/>
            <a:rect l="l" t="t" r="r" b="b"/>
            <a:pathLst>
              <a:path w="9042" h="9041" extrusionOk="0">
                <a:moveTo>
                  <a:pt x="4521" y="0"/>
                </a:moveTo>
                <a:cubicBezTo>
                  <a:pt x="2025" y="0"/>
                  <a:pt x="1" y="2024"/>
                  <a:pt x="1" y="4521"/>
                </a:cubicBezTo>
                <a:cubicBezTo>
                  <a:pt x="1" y="7017"/>
                  <a:pt x="2025" y="9040"/>
                  <a:pt x="4521" y="9040"/>
                </a:cubicBezTo>
                <a:cubicBezTo>
                  <a:pt x="7018" y="9040"/>
                  <a:pt x="9042" y="7017"/>
                  <a:pt x="9042" y="4521"/>
                </a:cubicBezTo>
                <a:cubicBezTo>
                  <a:pt x="9042" y="2024"/>
                  <a:pt x="7018" y="0"/>
                  <a:pt x="4521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19"/>
          <p:cNvSpPr/>
          <p:nvPr/>
        </p:nvSpPr>
        <p:spPr>
          <a:xfrm>
            <a:off x="790439" y="4045981"/>
            <a:ext cx="458958" cy="458958"/>
          </a:xfrm>
          <a:custGeom>
            <a:avLst/>
            <a:gdLst/>
            <a:ahLst/>
            <a:cxnLst/>
            <a:rect l="l" t="t" r="r" b="b"/>
            <a:pathLst>
              <a:path w="7488" h="7488" extrusionOk="0">
                <a:moveTo>
                  <a:pt x="3743" y="1"/>
                </a:moveTo>
                <a:cubicBezTo>
                  <a:pt x="1675" y="1"/>
                  <a:pt x="0" y="1676"/>
                  <a:pt x="0" y="3745"/>
                </a:cubicBezTo>
                <a:cubicBezTo>
                  <a:pt x="0" y="5813"/>
                  <a:pt x="1675" y="7488"/>
                  <a:pt x="3743" y="7488"/>
                </a:cubicBezTo>
                <a:cubicBezTo>
                  <a:pt x="5812" y="7488"/>
                  <a:pt x="7487" y="5813"/>
                  <a:pt x="7487" y="3745"/>
                </a:cubicBezTo>
                <a:cubicBezTo>
                  <a:pt x="7487" y="1676"/>
                  <a:pt x="5810" y="1"/>
                  <a:pt x="3743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" name="Google Shape;216;p19"/>
          <p:cNvSpPr txBox="1"/>
          <p:nvPr/>
        </p:nvSpPr>
        <p:spPr>
          <a:xfrm>
            <a:off x="808213" y="4045950"/>
            <a:ext cx="426300" cy="45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C</a:t>
            </a:r>
            <a:endParaRPr sz="2100" b="1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217" name="Google Shape;217;p19"/>
          <p:cNvSpPr/>
          <p:nvPr/>
        </p:nvSpPr>
        <p:spPr>
          <a:xfrm>
            <a:off x="1662650" y="3690725"/>
            <a:ext cx="6783304" cy="963028"/>
          </a:xfrm>
          <a:custGeom>
            <a:avLst/>
            <a:gdLst/>
            <a:ahLst/>
            <a:cxnLst/>
            <a:rect l="l" t="t" r="r" b="b"/>
            <a:pathLst>
              <a:path w="50411" h="4522" extrusionOk="0">
                <a:moveTo>
                  <a:pt x="686" y="0"/>
                </a:moveTo>
                <a:cubicBezTo>
                  <a:pt x="308" y="0"/>
                  <a:pt x="1" y="307"/>
                  <a:pt x="1" y="686"/>
                </a:cubicBezTo>
                <a:lnTo>
                  <a:pt x="1" y="3836"/>
                </a:lnTo>
                <a:cubicBezTo>
                  <a:pt x="1" y="4215"/>
                  <a:pt x="308" y="4522"/>
                  <a:pt x="686" y="4522"/>
                </a:cubicBezTo>
                <a:lnTo>
                  <a:pt x="49723" y="4522"/>
                </a:lnTo>
                <a:cubicBezTo>
                  <a:pt x="50101" y="4522"/>
                  <a:pt x="50408" y="4215"/>
                  <a:pt x="50408" y="3836"/>
                </a:cubicBezTo>
                <a:lnTo>
                  <a:pt x="50410" y="3836"/>
                </a:lnTo>
                <a:lnTo>
                  <a:pt x="50410" y="686"/>
                </a:lnTo>
                <a:cubicBezTo>
                  <a:pt x="50410" y="307"/>
                  <a:pt x="50103" y="0"/>
                  <a:pt x="49724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In contrast, Arabic dialects especially regional varieties like the Algerian dialect have less attention due to the scarcity of annotated datasets and </a:t>
            </a:r>
            <a:r>
              <a:rPr lang="en-CH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the</a:t>
            </a:r>
            <a:r>
              <a:rPr lang="en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linguistic complexity of Arabic dialects.</a:t>
            </a:r>
            <a:endParaRPr dirty="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18" name="Google Shape;218;p19"/>
          <p:cNvSpPr/>
          <p:nvPr/>
        </p:nvSpPr>
        <p:spPr>
          <a:xfrm>
            <a:off x="1662650" y="2497950"/>
            <a:ext cx="6783304" cy="963028"/>
          </a:xfrm>
          <a:custGeom>
            <a:avLst/>
            <a:gdLst/>
            <a:ahLst/>
            <a:cxnLst/>
            <a:rect l="l" t="t" r="r" b="b"/>
            <a:pathLst>
              <a:path w="50411" h="4522" extrusionOk="0">
                <a:moveTo>
                  <a:pt x="686" y="0"/>
                </a:moveTo>
                <a:cubicBezTo>
                  <a:pt x="308" y="0"/>
                  <a:pt x="1" y="307"/>
                  <a:pt x="1" y="686"/>
                </a:cubicBezTo>
                <a:lnTo>
                  <a:pt x="1" y="3836"/>
                </a:lnTo>
                <a:cubicBezTo>
                  <a:pt x="1" y="4215"/>
                  <a:pt x="308" y="4522"/>
                  <a:pt x="686" y="4522"/>
                </a:cubicBezTo>
                <a:lnTo>
                  <a:pt x="49723" y="4522"/>
                </a:lnTo>
                <a:cubicBezTo>
                  <a:pt x="50101" y="4522"/>
                  <a:pt x="50408" y="4215"/>
                  <a:pt x="50408" y="3836"/>
                </a:cubicBezTo>
                <a:lnTo>
                  <a:pt x="50410" y="3836"/>
                </a:lnTo>
                <a:lnTo>
                  <a:pt x="50410" y="686"/>
                </a:lnTo>
                <a:cubicBezTo>
                  <a:pt x="50410" y="307"/>
                  <a:pt x="50103" y="0"/>
                  <a:pt x="49724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just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However, most of these models have been trained on high-resource languages</a:t>
            </a:r>
            <a:endParaRPr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0"/>
          <p:cNvSpPr txBox="1">
            <a:spLocks noGrp="1"/>
          </p:cNvSpPr>
          <p:nvPr>
            <p:ph type="title"/>
          </p:nvPr>
        </p:nvSpPr>
        <p:spPr>
          <a:xfrm>
            <a:off x="2670000" y="199125"/>
            <a:ext cx="3804000" cy="57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>
                <a:solidFill>
                  <a:schemeClr val="accent5"/>
                </a:solidFill>
              </a:rPr>
              <a:t>Proposed Solution</a:t>
            </a:r>
            <a:endParaRPr b="1">
              <a:solidFill>
                <a:schemeClr val="accent5"/>
              </a:solidFill>
            </a:endParaRPr>
          </a:p>
        </p:txBody>
      </p:sp>
      <p:sp>
        <p:nvSpPr>
          <p:cNvPr id="224" name="Google Shape;224;p20"/>
          <p:cNvSpPr/>
          <p:nvPr/>
        </p:nvSpPr>
        <p:spPr>
          <a:xfrm>
            <a:off x="2991150" y="2404438"/>
            <a:ext cx="936300" cy="93630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" name="Google Shape;225;p20"/>
          <p:cNvSpPr/>
          <p:nvPr/>
        </p:nvSpPr>
        <p:spPr>
          <a:xfrm>
            <a:off x="5216550" y="2404438"/>
            <a:ext cx="936300" cy="9363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" name="Google Shape;226;p20"/>
          <p:cNvSpPr/>
          <p:nvPr/>
        </p:nvSpPr>
        <p:spPr>
          <a:xfrm>
            <a:off x="4103850" y="1304438"/>
            <a:ext cx="936300" cy="9363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7" name="Google Shape;227;p20"/>
          <p:cNvSpPr txBox="1"/>
          <p:nvPr/>
        </p:nvSpPr>
        <p:spPr>
          <a:xfrm>
            <a:off x="380725" y="1304450"/>
            <a:ext cx="1974300" cy="28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chemeClr val="accen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Dataset Collection</a:t>
            </a:r>
            <a:endParaRPr sz="1600" b="1">
              <a:solidFill>
                <a:schemeClr val="accen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228" name="Google Shape;228;p20"/>
          <p:cNvSpPr txBox="1"/>
          <p:nvPr/>
        </p:nvSpPr>
        <p:spPr>
          <a:xfrm>
            <a:off x="4387900" y="3589150"/>
            <a:ext cx="1180800" cy="28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chemeClr val="accent4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Fine-tuning</a:t>
            </a:r>
            <a:endParaRPr sz="1600" b="1">
              <a:solidFill>
                <a:schemeClr val="accent4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229" name="Google Shape;229;p20"/>
          <p:cNvSpPr txBox="1"/>
          <p:nvPr/>
        </p:nvSpPr>
        <p:spPr>
          <a:xfrm>
            <a:off x="6788975" y="1399875"/>
            <a:ext cx="1974300" cy="28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chemeClr val="accent2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Pre-trained models</a:t>
            </a:r>
            <a:endParaRPr sz="1600" b="1">
              <a:solidFill>
                <a:schemeClr val="accent2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230" name="Google Shape;230;p20"/>
          <p:cNvSpPr txBox="1"/>
          <p:nvPr/>
        </p:nvSpPr>
        <p:spPr>
          <a:xfrm>
            <a:off x="225475" y="1686975"/>
            <a:ext cx="2284800" cy="57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Collect a label Dataset for text-based emotion detection with Arabic dialect Algerian 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1" name="Google Shape;231;p20"/>
          <p:cNvSpPr txBox="1"/>
          <p:nvPr/>
        </p:nvSpPr>
        <p:spPr>
          <a:xfrm>
            <a:off x="3984300" y="4075475"/>
            <a:ext cx="2649300" cy="57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By adapts the large, pre-trained model to text emotion detection with dialect Algerian 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2" name="Google Shape;232;p20"/>
          <p:cNvSpPr txBox="1"/>
          <p:nvPr/>
        </p:nvSpPr>
        <p:spPr>
          <a:xfrm>
            <a:off x="6633650" y="1779450"/>
            <a:ext cx="2340600" cy="57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Choose Arabic pre-trained model Like DziriBERT;MARBERT;....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3" name="Google Shape;233;p20"/>
          <p:cNvSpPr/>
          <p:nvPr/>
        </p:nvSpPr>
        <p:spPr>
          <a:xfrm rot="5400000">
            <a:off x="5216550" y="1704975"/>
            <a:ext cx="535800" cy="535800"/>
          </a:xfrm>
          <a:prstGeom prst="bentArrow">
            <a:avLst>
              <a:gd name="adj1" fmla="val 25000"/>
              <a:gd name="adj2" fmla="val 25000"/>
              <a:gd name="adj3" fmla="val 25000"/>
              <a:gd name="adj4" fmla="val 4375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" name="Google Shape;234;p20"/>
          <p:cNvSpPr/>
          <p:nvPr/>
        </p:nvSpPr>
        <p:spPr>
          <a:xfrm rot="10800000">
            <a:off x="4304100" y="2854125"/>
            <a:ext cx="535800" cy="535800"/>
          </a:xfrm>
          <a:prstGeom prst="bentArrow">
            <a:avLst>
              <a:gd name="adj1" fmla="val 25000"/>
              <a:gd name="adj2" fmla="val 25000"/>
              <a:gd name="adj3" fmla="val 25000"/>
              <a:gd name="adj4" fmla="val 4375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20"/>
          <p:cNvSpPr/>
          <p:nvPr/>
        </p:nvSpPr>
        <p:spPr>
          <a:xfrm>
            <a:off x="3448500" y="1704975"/>
            <a:ext cx="535800" cy="535800"/>
          </a:xfrm>
          <a:prstGeom prst="bentArrow">
            <a:avLst>
              <a:gd name="adj1" fmla="val 25000"/>
              <a:gd name="adj2" fmla="val 25000"/>
              <a:gd name="adj3" fmla="val 25000"/>
              <a:gd name="adj4" fmla="val 4375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36" name="Google Shape;236;p20"/>
          <p:cNvGrpSpPr/>
          <p:nvPr/>
        </p:nvGrpSpPr>
        <p:grpSpPr>
          <a:xfrm>
            <a:off x="4387907" y="1589412"/>
            <a:ext cx="368186" cy="366364"/>
            <a:chOff x="-62151950" y="4111775"/>
            <a:chExt cx="318225" cy="316650"/>
          </a:xfrm>
        </p:grpSpPr>
        <p:sp>
          <p:nvSpPr>
            <p:cNvPr id="237" name="Google Shape;237;p20"/>
            <p:cNvSpPr/>
            <p:nvPr/>
          </p:nvSpPr>
          <p:spPr>
            <a:xfrm>
              <a:off x="-62151950" y="4407925"/>
              <a:ext cx="318225" cy="20500"/>
            </a:xfrm>
            <a:custGeom>
              <a:avLst/>
              <a:gdLst/>
              <a:ahLst/>
              <a:cxnLst/>
              <a:rect l="l" t="t" r="r" b="b"/>
              <a:pathLst>
                <a:path w="12729" h="820" extrusionOk="0">
                  <a:moveTo>
                    <a:pt x="442" y="0"/>
                  </a:moveTo>
                  <a:cubicBezTo>
                    <a:pt x="221" y="0"/>
                    <a:pt x="1" y="189"/>
                    <a:pt x="1" y="441"/>
                  </a:cubicBezTo>
                  <a:cubicBezTo>
                    <a:pt x="1" y="662"/>
                    <a:pt x="221" y="819"/>
                    <a:pt x="442" y="819"/>
                  </a:cubicBezTo>
                  <a:lnTo>
                    <a:pt x="12288" y="819"/>
                  </a:lnTo>
                  <a:cubicBezTo>
                    <a:pt x="12540" y="819"/>
                    <a:pt x="12697" y="630"/>
                    <a:pt x="12697" y="441"/>
                  </a:cubicBezTo>
                  <a:cubicBezTo>
                    <a:pt x="12729" y="158"/>
                    <a:pt x="12540" y="0"/>
                    <a:pt x="1228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Google Shape;238;p20"/>
            <p:cNvSpPr/>
            <p:nvPr/>
          </p:nvSpPr>
          <p:spPr>
            <a:xfrm>
              <a:off x="-62151950" y="4283475"/>
              <a:ext cx="84300" cy="104000"/>
            </a:xfrm>
            <a:custGeom>
              <a:avLst/>
              <a:gdLst/>
              <a:ahLst/>
              <a:cxnLst/>
              <a:rect l="l" t="t" r="r" b="b"/>
              <a:pathLst>
                <a:path w="3372" h="4160" extrusionOk="0">
                  <a:moveTo>
                    <a:pt x="1009" y="0"/>
                  </a:moveTo>
                  <a:cubicBezTo>
                    <a:pt x="442" y="0"/>
                    <a:pt x="1" y="442"/>
                    <a:pt x="1" y="1009"/>
                  </a:cubicBezTo>
                  <a:lnTo>
                    <a:pt x="1" y="3214"/>
                  </a:lnTo>
                  <a:cubicBezTo>
                    <a:pt x="64" y="3718"/>
                    <a:pt x="473" y="4159"/>
                    <a:pt x="1009" y="4159"/>
                  </a:cubicBezTo>
                  <a:lnTo>
                    <a:pt x="2363" y="4159"/>
                  </a:lnTo>
                  <a:cubicBezTo>
                    <a:pt x="2931" y="4159"/>
                    <a:pt x="3372" y="3718"/>
                    <a:pt x="3372" y="3214"/>
                  </a:cubicBezTo>
                  <a:lnTo>
                    <a:pt x="3372" y="1009"/>
                  </a:lnTo>
                  <a:cubicBezTo>
                    <a:pt x="3372" y="442"/>
                    <a:pt x="2931" y="0"/>
                    <a:pt x="236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Google Shape;239;p20"/>
            <p:cNvSpPr/>
            <p:nvPr/>
          </p:nvSpPr>
          <p:spPr>
            <a:xfrm>
              <a:off x="-62033800" y="4111775"/>
              <a:ext cx="82725" cy="275700"/>
            </a:xfrm>
            <a:custGeom>
              <a:avLst/>
              <a:gdLst/>
              <a:ahLst/>
              <a:cxnLst/>
              <a:rect l="l" t="t" r="r" b="b"/>
              <a:pathLst>
                <a:path w="3309" h="11028" extrusionOk="0">
                  <a:moveTo>
                    <a:pt x="946" y="0"/>
                  </a:moveTo>
                  <a:cubicBezTo>
                    <a:pt x="410" y="0"/>
                    <a:pt x="0" y="410"/>
                    <a:pt x="0" y="977"/>
                  </a:cubicBezTo>
                  <a:lnTo>
                    <a:pt x="0" y="10082"/>
                  </a:lnTo>
                  <a:cubicBezTo>
                    <a:pt x="0" y="10618"/>
                    <a:pt x="441" y="11027"/>
                    <a:pt x="946" y="11027"/>
                  </a:cubicBezTo>
                  <a:lnTo>
                    <a:pt x="2332" y="11027"/>
                  </a:lnTo>
                  <a:cubicBezTo>
                    <a:pt x="2899" y="11027"/>
                    <a:pt x="3308" y="10586"/>
                    <a:pt x="3308" y="10082"/>
                  </a:cubicBezTo>
                  <a:lnTo>
                    <a:pt x="3308" y="977"/>
                  </a:lnTo>
                  <a:cubicBezTo>
                    <a:pt x="3308" y="410"/>
                    <a:pt x="2899" y="0"/>
                    <a:pt x="233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Google Shape;240;p20"/>
            <p:cNvSpPr/>
            <p:nvPr/>
          </p:nvSpPr>
          <p:spPr>
            <a:xfrm>
              <a:off x="-61916450" y="4200775"/>
              <a:ext cx="82725" cy="186700"/>
            </a:xfrm>
            <a:custGeom>
              <a:avLst/>
              <a:gdLst/>
              <a:ahLst/>
              <a:cxnLst/>
              <a:rect l="l" t="t" r="r" b="b"/>
              <a:pathLst>
                <a:path w="3309" h="7468" extrusionOk="0">
                  <a:moveTo>
                    <a:pt x="946" y="0"/>
                  </a:moveTo>
                  <a:cubicBezTo>
                    <a:pt x="410" y="0"/>
                    <a:pt x="1" y="442"/>
                    <a:pt x="1" y="1009"/>
                  </a:cubicBezTo>
                  <a:lnTo>
                    <a:pt x="1" y="6522"/>
                  </a:lnTo>
                  <a:cubicBezTo>
                    <a:pt x="1" y="7058"/>
                    <a:pt x="442" y="7467"/>
                    <a:pt x="946" y="7467"/>
                  </a:cubicBezTo>
                  <a:lnTo>
                    <a:pt x="2332" y="7467"/>
                  </a:lnTo>
                  <a:cubicBezTo>
                    <a:pt x="2868" y="7467"/>
                    <a:pt x="3309" y="7026"/>
                    <a:pt x="3309" y="6522"/>
                  </a:cubicBezTo>
                  <a:lnTo>
                    <a:pt x="3309" y="1009"/>
                  </a:lnTo>
                  <a:cubicBezTo>
                    <a:pt x="3309" y="442"/>
                    <a:pt x="2868" y="0"/>
                    <a:pt x="233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41" name="Google Shape;241;p20"/>
          <p:cNvSpPr txBox="1"/>
          <p:nvPr/>
        </p:nvSpPr>
        <p:spPr>
          <a:xfrm>
            <a:off x="5684100" y="1588950"/>
            <a:ext cx="571200" cy="3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latin typeface="Fira Sans"/>
                <a:ea typeface="Fira Sans"/>
                <a:cs typeface="Fira Sans"/>
                <a:sym typeface="Fira Sans"/>
              </a:rPr>
              <a:t>02</a:t>
            </a:r>
            <a:endParaRPr sz="2400" b="1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42" name="Google Shape;242;p20"/>
          <p:cNvSpPr txBox="1"/>
          <p:nvPr/>
        </p:nvSpPr>
        <p:spPr>
          <a:xfrm>
            <a:off x="2888700" y="3749313"/>
            <a:ext cx="571200" cy="3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latin typeface="Fira Sans"/>
                <a:ea typeface="Fira Sans"/>
                <a:cs typeface="Fira Sans"/>
                <a:sym typeface="Fira Sans"/>
              </a:rPr>
              <a:t>03</a:t>
            </a:r>
            <a:endParaRPr sz="2400" b="1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43" name="Google Shape;243;p20"/>
          <p:cNvSpPr txBox="1"/>
          <p:nvPr/>
        </p:nvSpPr>
        <p:spPr>
          <a:xfrm>
            <a:off x="2888700" y="1588950"/>
            <a:ext cx="571200" cy="3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latin typeface="Fira Sans"/>
                <a:ea typeface="Fira Sans"/>
                <a:cs typeface="Fira Sans"/>
                <a:sym typeface="Fira Sans"/>
              </a:rPr>
              <a:t>01</a:t>
            </a:r>
            <a:endParaRPr sz="2400" b="1">
              <a:latin typeface="Fira Sans"/>
              <a:ea typeface="Fira Sans"/>
              <a:cs typeface="Fira Sans"/>
              <a:sym typeface="Fira Sans"/>
            </a:endParaRPr>
          </a:p>
        </p:txBody>
      </p:sp>
      <p:grpSp>
        <p:nvGrpSpPr>
          <p:cNvPr id="244" name="Google Shape;244;p20"/>
          <p:cNvGrpSpPr/>
          <p:nvPr/>
        </p:nvGrpSpPr>
        <p:grpSpPr>
          <a:xfrm>
            <a:off x="5501825" y="2645501"/>
            <a:ext cx="365760" cy="414536"/>
            <a:chOff x="3300325" y="249875"/>
            <a:chExt cx="433725" cy="480900"/>
          </a:xfrm>
        </p:grpSpPr>
        <p:sp>
          <p:nvSpPr>
            <p:cNvPr id="245" name="Google Shape;245;p20"/>
            <p:cNvSpPr/>
            <p:nvPr/>
          </p:nvSpPr>
          <p:spPr>
            <a:xfrm>
              <a:off x="3610875" y="334550"/>
              <a:ext cx="56475" cy="28250"/>
            </a:xfrm>
            <a:custGeom>
              <a:avLst/>
              <a:gdLst/>
              <a:ahLst/>
              <a:cxnLst/>
              <a:rect l="l" t="t" r="r" b="b"/>
              <a:pathLst>
                <a:path w="2259" h="1130" extrusionOk="0">
                  <a:moveTo>
                    <a:pt x="566" y="0"/>
                  </a:moveTo>
                  <a:cubicBezTo>
                    <a:pt x="253" y="0"/>
                    <a:pt x="0" y="253"/>
                    <a:pt x="0" y="567"/>
                  </a:cubicBezTo>
                  <a:cubicBezTo>
                    <a:pt x="0" y="877"/>
                    <a:pt x="253" y="1130"/>
                    <a:pt x="566" y="1130"/>
                  </a:cubicBezTo>
                  <a:lnTo>
                    <a:pt x="1696" y="1130"/>
                  </a:lnTo>
                  <a:cubicBezTo>
                    <a:pt x="2006" y="1130"/>
                    <a:pt x="2259" y="877"/>
                    <a:pt x="2259" y="567"/>
                  </a:cubicBezTo>
                  <a:cubicBezTo>
                    <a:pt x="2259" y="253"/>
                    <a:pt x="2006" y="0"/>
                    <a:pt x="169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46" name="Google Shape;246;p20"/>
            <p:cNvSpPr/>
            <p:nvPr/>
          </p:nvSpPr>
          <p:spPr>
            <a:xfrm>
              <a:off x="3467675" y="249875"/>
              <a:ext cx="46400" cy="56475"/>
            </a:xfrm>
            <a:custGeom>
              <a:avLst/>
              <a:gdLst/>
              <a:ahLst/>
              <a:cxnLst/>
              <a:rect l="l" t="t" r="r" b="b"/>
              <a:pathLst>
                <a:path w="1856" h="2259" extrusionOk="0">
                  <a:moveTo>
                    <a:pt x="647" y="1"/>
                  </a:moveTo>
                  <a:cubicBezTo>
                    <a:pt x="562" y="1"/>
                    <a:pt x="476" y="20"/>
                    <a:pt x="395" y="60"/>
                  </a:cubicBezTo>
                  <a:cubicBezTo>
                    <a:pt x="115" y="198"/>
                    <a:pt x="1" y="539"/>
                    <a:pt x="142" y="819"/>
                  </a:cubicBezTo>
                  <a:lnTo>
                    <a:pt x="705" y="1948"/>
                  </a:lnTo>
                  <a:cubicBezTo>
                    <a:pt x="806" y="2144"/>
                    <a:pt x="1004" y="2259"/>
                    <a:pt x="1211" y="2259"/>
                  </a:cubicBezTo>
                  <a:cubicBezTo>
                    <a:pt x="1296" y="2259"/>
                    <a:pt x="1383" y="2239"/>
                    <a:pt x="1464" y="2198"/>
                  </a:cubicBezTo>
                  <a:cubicBezTo>
                    <a:pt x="1744" y="2059"/>
                    <a:pt x="1856" y="1722"/>
                    <a:pt x="1717" y="1442"/>
                  </a:cubicBezTo>
                  <a:lnTo>
                    <a:pt x="1151" y="313"/>
                  </a:lnTo>
                  <a:cubicBezTo>
                    <a:pt x="1053" y="114"/>
                    <a:pt x="853" y="1"/>
                    <a:pt x="64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47" name="Google Shape;247;p20"/>
            <p:cNvSpPr/>
            <p:nvPr/>
          </p:nvSpPr>
          <p:spPr>
            <a:xfrm>
              <a:off x="3566525" y="249875"/>
              <a:ext cx="46400" cy="56475"/>
            </a:xfrm>
            <a:custGeom>
              <a:avLst/>
              <a:gdLst/>
              <a:ahLst/>
              <a:cxnLst/>
              <a:rect l="l" t="t" r="r" b="b"/>
              <a:pathLst>
                <a:path w="1856" h="2259" extrusionOk="0">
                  <a:moveTo>
                    <a:pt x="1210" y="1"/>
                  </a:moveTo>
                  <a:cubicBezTo>
                    <a:pt x="1003" y="1"/>
                    <a:pt x="803" y="114"/>
                    <a:pt x="705" y="313"/>
                  </a:cubicBezTo>
                  <a:lnTo>
                    <a:pt x="139" y="1442"/>
                  </a:lnTo>
                  <a:cubicBezTo>
                    <a:pt x="1" y="1719"/>
                    <a:pt x="115" y="2059"/>
                    <a:pt x="392" y="2198"/>
                  </a:cubicBezTo>
                  <a:cubicBezTo>
                    <a:pt x="474" y="2239"/>
                    <a:pt x="561" y="2259"/>
                    <a:pt x="646" y="2259"/>
                  </a:cubicBezTo>
                  <a:cubicBezTo>
                    <a:pt x="852" y="2259"/>
                    <a:pt x="1051" y="2144"/>
                    <a:pt x="1151" y="1948"/>
                  </a:cubicBezTo>
                  <a:lnTo>
                    <a:pt x="1714" y="819"/>
                  </a:lnTo>
                  <a:cubicBezTo>
                    <a:pt x="1856" y="539"/>
                    <a:pt x="1741" y="198"/>
                    <a:pt x="1461" y="60"/>
                  </a:cubicBezTo>
                  <a:cubicBezTo>
                    <a:pt x="1381" y="20"/>
                    <a:pt x="1295" y="1"/>
                    <a:pt x="121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48" name="Google Shape;248;p20"/>
            <p:cNvSpPr/>
            <p:nvPr/>
          </p:nvSpPr>
          <p:spPr>
            <a:xfrm>
              <a:off x="3413250" y="334550"/>
              <a:ext cx="56500" cy="28250"/>
            </a:xfrm>
            <a:custGeom>
              <a:avLst/>
              <a:gdLst/>
              <a:ahLst/>
              <a:cxnLst/>
              <a:rect l="l" t="t" r="r" b="b"/>
              <a:pathLst>
                <a:path w="2260" h="1130" extrusionOk="0">
                  <a:moveTo>
                    <a:pt x="567" y="0"/>
                  </a:moveTo>
                  <a:cubicBezTo>
                    <a:pt x="254" y="0"/>
                    <a:pt x="1" y="253"/>
                    <a:pt x="1" y="567"/>
                  </a:cubicBezTo>
                  <a:cubicBezTo>
                    <a:pt x="1" y="877"/>
                    <a:pt x="254" y="1130"/>
                    <a:pt x="567" y="1130"/>
                  </a:cubicBezTo>
                  <a:lnTo>
                    <a:pt x="1696" y="1130"/>
                  </a:lnTo>
                  <a:cubicBezTo>
                    <a:pt x="2006" y="1130"/>
                    <a:pt x="2259" y="877"/>
                    <a:pt x="2259" y="567"/>
                  </a:cubicBezTo>
                  <a:cubicBezTo>
                    <a:pt x="2259" y="253"/>
                    <a:pt x="2006" y="0"/>
                    <a:pt x="169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49" name="Google Shape;249;p20"/>
            <p:cNvSpPr/>
            <p:nvPr/>
          </p:nvSpPr>
          <p:spPr>
            <a:xfrm>
              <a:off x="3300325" y="476675"/>
              <a:ext cx="84725" cy="254100"/>
            </a:xfrm>
            <a:custGeom>
              <a:avLst/>
              <a:gdLst/>
              <a:ahLst/>
              <a:cxnLst/>
              <a:rect l="l" t="t" r="r" b="b"/>
              <a:pathLst>
                <a:path w="3389" h="10164" extrusionOk="0">
                  <a:moveTo>
                    <a:pt x="567" y="1"/>
                  </a:moveTo>
                  <a:cubicBezTo>
                    <a:pt x="254" y="1"/>
                    <a:pt x="1" y="251"/>
                    <a:pt x="1" y="564"/>
                  </a:cubicBezTo>
                  <a:lnTo>
                    <a:pt x="1" y="9598"/>
                  </a:lnTo>
                  <a:cubicBezTo>
                    <a:pt x="1" y="9911"/>
                    <a:pt x="254" y="10164"/>
                    <a:pt x="567" y="10164"/>
                  </a:cubicBezTo>
                  <a:lnTo>
                    <a:pt x="2825" y="10164"/>
                  </a:lnTo>
                  <a:cubicBezTo>
                    <a:pt x="3136" y="10164"/>
                    <a:pt x="3389" y="9911"/>
                    <a:pt x="3389" y="9598"/>
                  </a:cubicBezTo>
                  <a:lnTo>
                    <a:pt x="3389" y="564"/>
                  </a:lnTo>
                  <a:cubicBezTo>
                    <a:pt x="3389" y="251"/>
                    <a:pt x="3136" y="1"/>
                    <a:pt x="282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50" name="Google Shape;250;p20"/>
            <p:cNvSpPr/>
            <p:nvPr/>
          </p:nvSpPr>
          <p:spPr>
            <a:xfrm>
              <a:off x="3413250" y="335525"/>
              <a:ext cx="320800" cy="395250"/>
            </a:xfrm>
            <a:custGeom>
              <a:avLst/>
              <a:gdLst/>
              <a:ahLst/>
              <a:cxnLst/>
              <a:rect l="l" t="t" r="r" b="b"/>
              <a:pathLst>
                <a:path w="12832" h="15810" extrusionOk="0">
                  <a:moveTo>
                    <a:pt x="3954" y="1"/>
                  </a:moveTo>
                  <a:cubicBezTo>
                    <a:pt x="3641" y="1"/>
                    <a:pt x="3388" y="254"/>
                    <a:pt x="3388" y="564"/>
                  </a:cubicBezTo>
                  <a:cubicBezTo>
                    <a:pt x="3388" y="1871"/>
                    <a:pt x="2879" y="4225"/>
                    <a:pt x="1922" y="5186"/>
                  </a:cubicBezTo>
                  <a:cubicBezTo>
                    <a:pt x="1274" y="5830"/>
                    <a:pt x="723" y="6065"/>
                    <a:pt x="1" y="6427"/>
                  </a:cubicBezTo>
                  <a:lnTo>
                    <a:pt x="1" y="14897"/>
                  </a:lnTo>
                  <a:cubicBezTo>
                    <a:pt x="1109" y="15268"/>
                    <a:pt x="2515" y="15810"/>
                    <a:pt x="4659" y="15810"/>
                  </a:cubicBezTo>
                  <a:lnTo>
                    <a:pt x="8351" y="15810"/>
                  </a:lnTo>
                  <a:cubicBezTo>
                    <a:pt x="9567" y="15810"/>
                    <a:pt x="10516" y="14680"/>
                    <a:pt x="10046" y="13491"/>
                  </a:cubicBezTo>
                  <a:cubicBezTo>
                    <a:pt x="11019" y="13226"/>
                    <a:pt x="11546" y="12172"/>
                    <a:pt x="11175" y="11233"/>
                  </a:cubicBezTo>
                  <a:cubicBezTo>
                    <a:pt x="12386" y="10901"/>
                    <a:pt x="12832" y="9408"/>
                    <a:pt x="11992" y="8468"/>
                  </a:cubicBezTo>
                  <a:cubicBezTo>
                    <a:pt x="12314" y="8107"/>
                    <a:pt x="12467" y="7625"/>
                    <a:pt x="12410" y="7143"/>
                  </a:cubicBezTo>
                  <a:cubicBezTo>
                    <a:pt x="12311" y="6267"/>
                    <a:pt x="11495" y="5647"/>
                    <a:pt x="10612" y="5647"/>
                  </a:cubicBezTo>
                  <a:lnTo>
                    <a:pt x="6213" y="5647"/>
                  </a:lnTo>
                  <a:cubicBezTo>
                    <a:pt x="6586" y="4975"/>
                    <a:pt x="6785" y="3081"/>
                    <a:pt x="6776" y="2307"/>
                  </a:cubicBezTo>
                  <a:cubicBezTo>
                    <a:pt x="6761" y="1027"/>
                    <a:pt x="5701" y="1"/>
                    <a:pt x="441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251" name="Google Shape;251;p20"/>
          <p:cNvGrpSpPr/>
          <p:nvPr/>
        </p:nvGrpSpPr>
        <p:grpSpPr>
          <a:xfrm>
            <a:off x="3276422" y="2682897"/>
            <a:ext cx="365753" cy="365753"/>
            <a:chOff x="1492675" y="4992125"/>
            <a:chExt cx="481825" cy="481825"/>
          </a:xfrm>
        </p:grpSpPr>
        <p:sp>
          <p:nvSpPr>
            <p:cNvPr id="252" name="Google Shape;252;p20"/>
            <p:cNvSpPr/>
            <p:nvPr/>
          </p:nvSpPr>
          <p:spPr>
            <a:xfrm>
              <a:off x="1492675" y="4992125"/>
              <a:ext cx="481825" cy="481825"/>
            </a:xfrm>
            <a:custGeom>
              <a:avLst/>
              <a:gdLst/>
              <a:ahLst/>
              <a:cxnLst/>
              <a:rect l="l" t="t" r="r" b="b"/>
              <a:pathLst>
                <a:path w="19273" h="19273" extrusionOk="0">
                  <a:moveTo>
                    <a:pt x="12728" y="5990"/>
                  </a:moveTo>
                  <a:cubicBezTo>
                    <a:pt x="13161" y="5990"/>
                    <a:pt x="13595" y="6156"/>
                    <a:pt x="13925" y="6487"/>
                  </a:cubicBezTo>
                  <a:cubicBezTo>
                    <a:pt x="14587" y="7149"/>
                    <a:pt x="14587" y="8221"/>
                    <a:pt x="13928" y="8884"/>
                  </a:cubicBezTo>
                  <a:lnTo>
                    <a:pt x="10028" y="12780"/>
                  </a:lnTo>
                  <a:cubicBezTo>
                    <a:pt x="9709" y="13100"/>
                    <a:pt x="9278" y="13280"/>
                    <a:pt x="8830" y="13280"/>
                  </a:cubicBezTo>
                  <a:lnTo>
                    <a:pt x="8815" y="13280"/>
                  </a:lnTo>
                  <a:cubicBezTo>
                    <a:pt x="8811" y="13280"/>
                    <a:pt x="8807" y="13280"/>
                    <a:pt x="8804" y="13280"/>
                  </a:cubicBezTo>
                  <a:cubicBezTo>
                    <a:pt x="8362" y="13280"/>
                    <a:pt x="7936" y="13103"/>
                    <a:pt x="7622" y="12789"/>
                  </a:cubicBezTo>
                  <a:lnTo>
                    <a:pt x="5346" y="10528"/>
                  </a:lnTo>
                  <a:cubicBezTo>
                    <a:pt x="4632" y="9877"/>
                    <a:pt x="4605" y="8760"/>
                    <a:pt x="5288" y="8077"/>
                  </a:cubicBezTo>
                  <a:cubicBezTo>
                    <a:pt x="5620" y="7745"/>
                    <a:pt x="6053" y="7581"/>
                    <a:pt x="6485" y="7581"/>
                  </a:cubicBezTo>
                  <a:cubicBezTo>
                    <a:pt x="6944" y="7581"/>
                    <a:pt x="7402" y="7766"/>
                    <a:pt x="7737" y="8134"/>
                  </a:cubicBezTo>
                  <a:lnTo>
                    <a:pt x="8812" y="9206"/>
                  </a:lnTo>
                  <a:lnTo>
                    <a:pt x="11531" y="6487"/>
                  </a:lnTo>
                  <a:cubicBezTo>
                    <a:pt x="11861" y="6156"/>
                    <a:pt x="12294" y="5990"/>
                    <a:pt x="12728" y="5990"/>
                  </a:cubicBezTo>
                  <a:close/>
                  <a:moveTo>
                    <a:pt x="9637" y="1"/>
                  </a:moveTo>
                  <a:cubicBezTo>
                    <a:pt x="7095" y="1"/>
                    <a:pt x="4686" y="1012"/>
                    <a:pt x="2849" y="2849"/>
                  </a:cubicBezTo>
                  <a:cubicBezTo>
                    <a:pt x="1013" y="4686"/>
                    <a:pt x="1" y="7098"/>
                    <a:pt x="1" y="9637"/>
                  </a:cubicBezTo>
                  <a:cubicBezTo>
                    <a:pt x="1" y="12175"/>
                    <a:pt x="1013" y="14587"/>
                    <a:pt x="2849" y="16424"/>
                  </a:cubicBezTo>
                  <a:cubicBezTo>
                    <a:pt x="4686" y="18261"/>
                    <a:pt x="7095" y="19273"/>
                    <a:pt x="9637" y="19273"/>
                  </a:cubicBezTo>
                  <a:cubicBezTo>
                    <a:pt x="12175" y="19273"/>
                    <a:pt x="14584" y="18261"/>
                    <a:pt x="16421" y="16424"/>
                  </a:cubicBezTo>
                  <a:cubicBezTo>
                    <a:pt x="18258" y="14587"/>
                    <a:pt x="19273" y="12175"/>
                    <a:pt x="19273" y="9637"/>
                  </a:cubicBezTo>
                  <a:cubicBezTo>
                    <a:pt x="19273" y="7098"/>
                    <a:pt x="18258" y="4686"/>
                    <a:pt x="16421" y="2849"/>
                  </a:cubicBezTo>
                  <a:cubicBezTo>
                    <a:pt x="14584" y="1012"/>
                    <a:pt x="12175" y="1"/>
                    <a:pt x="963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53" name="Google Shape;253;p20"/>
            <p:cNvSpPr/>
            <p:nvPr/>
          </p:nvSpPr>
          <p:spPr>
            <a:xfrm>
              <a:off x="1639625" y="5170175"/>
              <a:ext cx="190100" cy="125750"/>
            </a:xfrm>
            <a:custGeom>
              <a:avLst/>
              <a:gdLst/>
              <a:ahLst/>
              <a:cxnLst/>
              <a:rect l="l" t="t" r="r" b="b"/>
              <a:pathLst>
                <a:path w="7604" h="5030" extrusionOk="0">
                  <a:moveTo>
                    <a:pt x="6852" y="0"/>
                  </a:moveTo>
                  <a:cubicBezTo>
                    <a:pt x="6851" y="0"/>
                    <a:pt x="6850" y="0"/>
                    <a:pt x="6848" y="0"/>
                  </a:cubicBezTo>
                  <a:cubicBezTo>
                    <a:pt x="6698" y="0"/>
                    <a:pt x="6556" y="57"/>
                    <a:pt x="6451" y="163"/>
                  </a:cubicBezTo>
                  <a:lnTo>
                    <a:pt x="3334" y="3279"/>
                  </a:lnTo>
                  <a:cubicBezTo>
                    <a:pt x="3224" y="3391"/>
                    <a:pt x="3080" y="3447"/>
                    <a:pt x="2935" y="3447"/>
                  </a:cubicBezTo>
                  <a:cubicBezTo>
                    <a:pt x="2791" y="3447"/>
                    <a:pt x="2646" y="3391"/>
                    <a:pt x="2536" y="3279"/>
                  </a:cubicBezTo>
                  <a:cubicBezTo>
                    <a:pt x="2533" y="3279"/>
                    <a:pt x="2533" y="3279"/>
                    <a:pt x="2530" y="3276"/>
                  </a:cubicBezTo>
                  <a:cubicBezTo>
                    <a:pt x="2521" y="3267"/>
                    <a:pt x="2509" y="3255"/>
                    <a:pt x="2497" y="3246"/>
                  </a:cubicBezTo>
                  <a:lnTo>
                    <a:pt x="1061" y="1810"/>
                  </a:lnTo>
                  <a:cubicBezTo>
                    <a:pt x="948" y="1678"/>
                    <a:pt x="789" y="1611"/>
                    <a:pt x="629" y="1611"/>
                  </a:cubicBezTo>
                  <a:cubicBezTo>
                    <a:pt x="486" y="1611"/>
                    <a:pt x="342" y="1666"/>
                    <a:pt x="233" y="1777"/>
                  </a:cubicBezTo>
                  <a:cubicBezTo>
                    <a:pt x="1" y="2009"/>
                    <a:pt x="16" y="2391"/>
                    <a:pt x="266" y="2605"/>
                  </a:cubicBezTo>
                  <a:lnTo>
                    <a:pt x="2542" y="4869"/>
                  </a:lnTo>
                  <a:cubicBezTo>
                    <a:pt x="2645" y="4972"/>
                    <a:pt x="2782" y="5029"/>
                    <a:pt x="2926" y="5029"/>
                  </a:cubicBezTo>
                  <a:cubicBezTo>
                    <a:pt x="2929" y="5029"/>
                    <a:pt x="2933" y="5029"/>
                    <a:pt x="2937" y="5029"/>
                  </a:cubicBezTo>
                  <a:lnTo>
                    <a:pt x="2943" y="5029"/>
                  </a:lnTo>
                  <a:cubicBezTo>
                    <a:pt x="3096" y="5029"/>
                    <a:pt x="3241" y="4969"/>
                    <a:pt x="3352" y="4860"/>
                  </a:cubicBezTo>
                  <a:lnTo>
                    <a:pt x="7249" y="964"/>
                  </a:lnTo>
                  <a:cubicBezTo>
                    <a:pt x="7603" y="606"/>
                    <a:pt x="7352" y="0"/>
                    <a:pt x="685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1"/>
          <p:cNvSpPr/>
          <p:nvPr/>
        </p:nvSpPr>
        <p:spPr>
          <a:xfrm>
            <a:off x="3655275" y="1272675"/>
            <a:ext cx="1565700" cy="1252200"/>
          </a:xfrm>
          <a:prstGeom prst="roundRect">
            <a:avLst>
              <a:gd name="adj" fmla="val 11451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9" name="Google Shape;259;p21"/>
          <p:cNvSpPr/>
          <p:nvPr/>
        </p:nvSpPr>
        <p:spPr>
          <a:xfrm>
            <a:off x="4828675" y="892000"/>
            <a:ext cx="754500" cy="754500"/>
          </a:xfrm>
          <a:prstGeom prst="ellipse">
            <a:avLst/>
          </a:prstGeom>
          <a:solidFill>
            <a:schemeClr val="accent2"/>
          </a:solidFill>
          <a:ln w="285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0" name="Google Shape;260;p21"/>
          <p:cNvSpPr/>
          <p:nvPr/>
        </p:nvSpPr>
        <p:spPr>
          <a:xfrm>
            <a:off x="5806625" y="1272675"/>
            <a:ext cx="1565700" cy="1252200"/>
          </a:xfrm>
          <a:prstGeom prst="roundRect">
            <a:avLst>
              <a:gd name="adj" fmla="val 11451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1" name="Google Shape;261;p21"/>
          <p:cNvSpPr/>
          <p:nvPr/>
        </p:nvSpPr>
        <p:spPr>
          <a:xfrm>
            <a:off x="6980025" y="892000"/>
            <a:ext cx="754500" cy="754500"/>
          </a:xfrm>
          <a:prstGeom prst="ellipse">
            <a:avLst/>
          </a:prstGeom>
          <a:solidFill>
            <a:schemeClr val="accent3"/>
          </a:solidFill>
          <a:ln w="285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2" name="Google Shape;262;p21"/>
          <p:cNvSpPr/>
          <p:nvPr/>
        </p:nvSpPr>
        <p:spPr>
          <a:xfrm>
            <a:off x="1503925" y="1272675"/>
            <a:ext cx="1565700" cy="1252200"/>
          </a:xfrm>
          <a:prstGeom prst="roundRect">
            <a:avLst>
              <a:gd name="adj" fmla="val 11451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3" name="Google Shape;263;p21"/>
          <p:cNvSpPr txBox="1">
            <a:spLocks noGrp="1"/>
          </p:cNvSpPr>
          <p:nvPr>
            <p:ph type="title"/>
          </p:nvPr>
        </p:nvSpPr>
        <p:spPr>
          <a:xfrm>
            <a:off x="3215725" y="150300"/>
            <a:ext cx="2715600" cy="481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accent5"/>
                </a:solidFill>
              </a:rPr>
              <a:t>Dz-Emotion</a:t>
            </a:r>
            <a:endParaRPr b="1">
              <a:solidFill>
                <a:schemeClr val="accent5"/>
              </a:solidFill>
            </a:endParaRPr>
          </a:p>
        </p:txBody>
      </p:sp>
      <p:sp>
        <p:nvSpPr>
          <p:cNvPr id="264" name="Google Shape;264;p21"/>
          <p:cNvSpPr txBox="1"/>
          <p:nvPr/>
        </p:nvSpPr>
        <p:spPr>
          <a:xfrm>
            <a:off x="1676675" y="1408451"/>
            <a:ext cx="735900" cy="28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53%</a:t>
            </a:r>
            <a:endParaRPr sz="2200" b="1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265" name="Google Shape;265;p21"/>
          <p:cNvSpPr txBox="1"/>
          <p:nvPr/>
        </p:nvSpPr>
        <p:spPr>
          <a:xfrm>
            <a:off x="1676675" y="1706225"/>
            <a:ext cx="1220100" cy="7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YouTube</a:t>
            </a:r>
            <a:endParaRPr sz="1200"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6" name="Google Shape;266;p21"/>
          <p:cNvSpPr txBox="1"/>
          <p:nvPr/>
        </p:nvSpPr>
        <p:spPr>
          <a:xfrm>
            <a:off x="3828025" y="1408451"/>
            <a:ext cx="753000" cy="28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29%</a:t>
            </a:r>
            <a:endParaRPr sz="2200" b="1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267" name="Google Shape;267;p21"/>
          <p:cNvSpPr txBox="1"/>
          <p:nvPr/>
        </p:nvSpPr>
        <p:spPr>
          <a:xfrm>
            <a:off x="3828024" y="1706225"/>
            <a:ext cx="1220100" cy="7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Instagram</a:t>
            </a:r>
            <a:endParaRPr sz="1200"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8" name="Google Shape;268;p21"/>
          <p:cNvSpPr txBox="1"/>
          <p:nvPr/>
        </p:nvSpPr>
        <p:spPr>
          <a:xfrm>
            <a:off x="5979375" y="1408451"/>
            <a:ext cx="754500" cy="28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18%</a:t>
            </a:r>
            <a:endParaRPr sz="2200" b="1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269" name="Google Shape;269;p21"/>
          <p:cNvSpPr txBox="1"/>
          <p:nvPr/>
        </p:nvSpPr>
        <p:spPr>
          <a:xfrm>
            <a:off x="5979374" y="1706225"/>
            <a:ext cx="1220100" cy="7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FaceBook</a:t>
            </a:r>
            <a:endParaRPr sz="1200"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0" name="Google Shape;270;p21"/>
          <p:cNvSpPr/>
          <p:nvPr/>
        </p:nvSpPr>
        <p:spPr>
          <a:xfrm>
            <a:off x="2678075" y="892750"/>
            <a:ext cx="753000" cy="753000"/>
          </a:xfrm>
          <a:prstGeom prst="ellipse">
            <a:avLst/>
          </a:prstGeom>
          <a:solidFill>
            <a:schemeClr val="accent1"/>
          </a:solidFill>
          <a:ln w="285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71" name="Google Shape;271;p21"/>
          <p:cNvGrpSpPr/>
          <p:nvPr/>
        </p:nvGrpSpPr>
        <p:grpSpPr>
          <a:xfrm>
            <a:off x="2870481" y="1086074"/>
            <a:ext cx="368186" cy="366364"/>
            <a:chOff x="-62151950" y="4111775"/>
            <a:chExt cx="318225" cy="316650"/>
          </a:xfrm>
        </p:grpSpPr>
        <p:sp>
          <p:nvSpPr>
            <p:cNvPr id="272" name="Google Shape;272;p21"/>
            <p:cNvSpPr/>
            <p:nvPr/>
          </p:nvSpPr>
          <p:spPr>
            <a:xfrm>
              <a:off x="-62151950" y="4407925"/>
              <a:ext cx="318225" cy="20500"/>
            </a:xfrm>
            <a:custGeom>
              <a:avLst/>
              <a:gdLst/>
              <a:ahLst/>
              <a:cxnLst/>
              <a:rect l="l" t="t" r="r" b="b"/>
              <a:pathLst>
                <a:path w="12729" h="820" extrusionOk="0">
                  <a:moveTo>
                    <a:pt x="442" y="0"/>
                  </a:moveTo>
                  <a:cubicBezTo>
                    <a:pt x="221" y="0"/>
                    <a:pt x="1" y="189"/>
                    <a:pt x="1" y="441"/>
                  </a:cubicBezTo>
                  <a:cubicBezTo>
                    <a:pt x="1" y="662"/>
                    <a:pt x="221" y="819"/>
                    <a:pt x="442" y="819"/>
                  </a:cubicBezTo>
                  <a:lnTo>
                    <a:pt x="12288" y="819"/>
                  </a:lnTo>
                  <a:cubicBezTo>
                    <a:pt x="12540" y="819"/>
                    <a:pt x="12697" y="630"/>
                    <a:pt x="12697" y="441"/>
                  </a:cubicBezTo>
                  <a:cubicBezTo>
                    <a:pt x="12729" y="158"/>
                    <a:pt x="12540" y="0"/>
                    <a:pt x="1228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Google Shape;273;p21"/>
            <p:cNvSpPr/>
            <p:nvPr/>
          </p:nvSpPr>
          <p:spPr>
            <a:xfrm>
              <a:off x="-62151950" y="4283475"/>
              <a:ext cx="84300" cy="104000"/>
            </a:xfrm>
            <a:custGeom>
              <a:avLst/>
              <a:gdLst/>
              <a:ahLst/>
              <a:cxnLst/>
              <a:rect l="l" t="t" r="r" b="b"/>
              <a:pathLst>
                <a:path w="3372" h="4160" extrusionOk="0">
                  <a:moveTo>
                    <a:pt x="1009" y="0"/>
                  </a:moveTo>
                  <a:cubicBezTo>
                    <a:pt x="442" y="0"/>
                    <a:pt x="1" y="442"/>
                    <a:pt x="1" y="1009"/>
                  </a:cubicBezTo>
                  <a:lnTo>
                    <a:pt x="1" y="3214"/>
                  </a:lnTo>
                  <a:cubicBezTo>
                    <a:pt x="64" y="3718"/>
                    <a:pt x="473" y="4159"/>
                    <a:pt x="1009" y="4159"/>
                  </a:cubicBezTo>
                  <a:lnTo>
                    <a:pt x="2363" y="4159"/>
                  </a:lnTo>
                  <a:cubicBezTo>
                    <a:pt x="2931" y="4159"/>
                    <a:pt x="3372" y="3718"/>
                    <a:pt x="3372" y="3214"/>
                  </a:cubicBezTo>
                  <a:lnTo>
                    <a:pt x="3372" y="1009"/>
                  </a:lnTo>
                  <a:cubicBezTo>
                    <a:pt x="3372" y="442"/>
                    <a:pt x="2931" y="0"/>
                    <a:pt x="236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Google Shape;274;p21"/>
            <p:cNvSpPr/>
            <p:nvPr/>
          </p:nvSpPr>
          <p:spPr>
            <a:xfrm>
              <a:off x="-62033800" y="4111775"/>
              <a:ext cx="82725" cy="275700"/>
            </a:xfrm>
            <a:custGeom>
              <a:avLst/>
              <a:gdLst/>
              <a:ahLst/>
              <a:cxnLst/>
              <a:rect l="l" t="t" r="r" b="b"/>
              <a:pathLst>
                <a:path w="3309" h="11028" extrusionOk="0">
                  <a:moveTo>
                    <a:pt x="946" y="0"/>
                  </a:moveTo>
                  <a:cubicBezTo>
                    <a:pt x="410" y="0"/>
                    <a:pt x="0" y="410"/>
                    <a:pt x="0" y="977"/>
                  </a:cubicBezTo>
                  <a:lnTo>
                    <a:pt x="0" y="10082"/>
                  </a:lnTo>
                  <a:cubicBezTo>
                    <a:pt x="0" y="10618"/>
                    <a:pt x="441" y="11027"/>
                    <a:pt x="946" y="11027"/>
                  </a:cubicBezTo>
                  <a:lnTo>
                    <a:pt x="2332" y="11027"/>
                  </a:lnTo>
                  <a:cubicBezTo>
                    <a:pt x="2899" y="11027"/>
                    <a:pt x="3308" y="10586"/>
                    <a:pt x="3308" y="10082"/>
                  </a:cubicBezTo>
                  <a:lnTo>
                    <a:pt x="3308" y="977"/>
                  </a:lnTo>
                  <a:cubicBezTo>
                    <a:pt x="3308" y="410"/>
                    <a:pt x="2899" y="0"/>
                    <a:pt x="233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Google Shape;275;p21"/>
            <p:cNvSpPr/>
            <p:nvPr/>
          </p:nvSpPr>
          <p:spPr>
            <a:xfrm>
              <a:off x="-61916450" y="4200775"/>
              <a:ext cx="82725" cy="186700"/>
            </a:xfrm>
            <a:custGeom>
              <a:avLst/>
              <a:gdLst/>
              <a:ahLst/>
              <a:cxnLst/>
              <a:rect l="l" t="t" r="r" b="b"/>
              <a:pathLst>
                <a:path w="3309" h="7468" extrusionOk="0">
                  <a:moveTo>
                    <a:pt x="946" y="0"/>
                  </a:moveTo>
                  <a:cubicBezTo>
                    <a:pt x="410" y="0"/>
                    <a:pt x="1" y="442"/>
                    <a:pt x="1" y="1009"/>
                  </a:cubicBezTo>
                  <a:lnTo>
                    <a:pt x="1" y="6522"/>
                  </a:lnTo>
                  <a:cubicBezTo>
                    <a:pt x="1" y="7058"/>
                    <a:pt x="442" y="7467"/>
                    <a:pt x="946" y="7467"/>
                  </a:cubicBezTo>
                  <a:lnTo>
                    <a:pt x="2332" y="7467"/>
                  </a:lnTo>
                  <a:cubicBezTo>
                    <a:pt x="2868" y="7467"/>
                    <a:pt x="3309" y="7026"/>
                    <a:pt x="3309" y="6522"/>
                  </a:cubicBezTo>
                  <a:lnTo>
                    <a:pt x="3309" y="1009"/>
                  </a:lnTo>
                  <a:cubicBezTo>
                    <a:pt x="3309" y="442"/>
                    <a:pt x="2868" y="0"/>
                    <a:pt x="233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76" name="Google Shape;276;p21"/>
          <p:cNvGrpSpPr/>
          <p:nvPr/>
        </p:nvGrpSpPr>
        <p:grpSpPr>
          <a:xfrm>
            <a:off x="5022743" y="1085605"/>
            <a:ext cx="366364" cy="367290"/>
            <a:chOff x="-61784125" y="3377700"/>
            <a:chExt cx="316650" cy="317450"/>
          </a:xfrm>
        </p:grpSpPr>
        <p:sp>
          <p:nvSpPr>
            <p:cNvPr id="277" name="Google Shape;277;p21"/>
            <p:cNvSpPr/>
            <p:nvPr/>
          </p:nvSpPr>
          <p:spPr>
            <a:xfrm>
              <a:off x="-61688025" y="3460400"/>
              <a:ext cx="124450" cy="51225"/>
            </a:xfrm>
            <a:custGeom>
              <a:avLst/>
              <a:gdLst/>
              <a:ahLst/>
              <a:cxnLst/>
              <a:rect l="l" t="t" r="r" b="b"/>
              <a:pathLst>
                <a:path w="4978" h="2049" extrusionOk="0">
                  <a:moveTo>
                    <a:pt x="630" y="1"/>
                  </a:moveTo>
                  <a:cubicBezTo>
                    <a:pt x="252" y="442"/>
                    <a:pt x="0" y="1041"/>
                    <a:pt x="0" y="1671"/>
                  </a:cubicBezTo>
                  <a:cubicBezTo>
                    <a:pt x="0" y="1891"/>
                    <a:pt x="189" y="2049"/>
                    <a:pt x="441" y="2049"/>
                  </a:cubicBezTo>
                  <a:lnTo>
                    <a:pt x="4568" y="2049"/>
                  </a:lnTo>
                  <a:cubicBezTo>
                    <a:pt x="4820" y="2049"/>
                    <a:pt x="4978" y="1860"/>
                    <a:pt x="4978" y="1671"/>
                  </a:cubicBezTo>
                  <a:cubicBezTo>
                    <a:pt x="4978" y="1041"/>
                    <a:pt x="4726" y="442"/>
                    <a:pt x="4348" y="1"/>
                  </a:cubicBezTo>
                  <a:cubicBezTo>
                    <a:pt x="3875" y="568"/>
                    <a:pt x="3182" y="852"/>
                    <a:pt x="2489" y="852"/>
                  </a:cubicBezTo>
                  <a:cubicBezTo>
                    <a:pt x="1827" y="852"/>
                    <a:pt x="1134" y="568"/>
                    <a:pt x="63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" name="Google Shape;278;p21"/>
            <p:cNvSpPr/>
            <p:nvPr/>
          </p:nvSpPr>
          <p:spPr>
            <a:xfrm>
              <a:off x="-61677800" y="3518900"/>
              <a:ext cx="104775" cy="61850"/>
            </a:xfrm>
            <a:custGeom>
              <a:avLst/>
              <a:gdLst/>
              <a:ahLst/>
              <a:cxnLst/>
              <a:rect l="l" t="t" r="r" b="b"/>
              <a:pathLst>
                <a:path w="4191" h="2474" extrusionOk="0">
                  <a:moveTo>
                    <a:pt x="2096" y="0"/>
                  </a:moveTo>
                  <a:cubicBezTo>
                    <a:pt x="1985" y="0"/>
                    <a:pt x="1875" y="40"/>
                    <a:pt x="1796" y="118"/>
                  </a:cubicBezTo>
                  <a:lnTo>
                    <a:pt x="158" y="1757"/>
                  </a:lnTo>
                  <a:cubicBezTo>
                    <a:pt x="1" y="1914"/>
                    <a:pt x="1" y="2198"/>
                    <a:pt x="158" y="2355"/>
                  </a:cubicBezTo>
                  <a:cubicBezTo>
                    <a:pt x="237" y="2434"/>
                    <a:pt x="339" y="2473"/>
                    <a:pt x="442" y="2473"/>
                  </a:cubicBezTo>
                  <a:cubicBezTo>
                    <a:pt x="544" y="2473"/>
                    <a:pt x="646" y="2434"/>
                    <a:pt x="725" y="2355"/>
                  </a:cubicBezTo>
                  <a:lnTo>
                    <a:pt x="2111" y="969"/>
                  </a:lnTo>
                  <a:lnTo>
                    <a:pt x="3498" y="2355"/>
                  </a:lnTo>
                  <a:cubicBezTo>
                    <a:pt x="3576" y="2434"/>
                    <a:pt x="3687" y="2473"/>
                    <a:pt x="3797" y="2473"/>
                  </a:cubicBezTo>
                  <a:cubicBezTo>
                    <a:pt x="3907" y="2473"/>
                    <a:pt x="4017" y="2434"/>
                    <a:pt x="4096" y="2355"/>
                  </a:cubicBezTo>
                  <a:cubicBezTo>
                    <a:pt x="4191" y="2198"/>
                    <a:pt x="4191" y="1914"/>
                    <a:pt x="4033" y="1757"/>
                  </a:cubicBezTo>
                  <a:lnTo>
                    <a:pt x="2395" y="118"/>
                  </a:lnTo>
                  <a:cubicBezTo>
                    <a:pt x="2316" y="40"/>
                    <a:pt x="2206" y="0"/>
                    <a:pt x="209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" name="Google Shape;279;p21"/>
            <p:cNvSpPr/>
            <p:nvPr/>
          </p:nvSpPr>
          <p:spPr>
            <a:xfrm>
              <a:off x="-61667550" y="3377700"/>
              <a:ext cx="82700" cy="82725"/>
            </a:xfrm>
            <a:custGeom>
              <a:avLst/>
              <a:gdLst/>
              <a:ahLst/>
              <a:cxnLst/>
              <a:rect l="l" t="t" r="r" b="b"/>
              <a:pathLst>
                <a:path w="3308" h="3309" extrusionOk="0">
                  <a:moveTo>
                    <a:pt x="1670" y="1"/>
                  </a:moveTo>
                  <a:cubicBezTo>
                    <a:pt x="756" y="1"/>
                    <a:pt x="0" y="757"/>
                    <a:pt x="0" y="1671"/>
                  </a:cubicBezTo>
                  <a:cubicBezTo>
                    <a:pt x="0" y="2584"/>
                    <a:pt x="756" y="3309"/>
                    <a:pt x="1670" y="3309"/>
                  </a:cubicBezTo>
                  <a:cubicBezTo>
                    <a:pt x="2584" y="3309"/>
                    <a:pt x="3308" y="2584"/>
                    <a:pt x="3308" y="1671"/>
                  </a:cubicBezTo>
                  <a:cubicBezTo>
                    <a:pt x="3308" y="757"/>
                    <a:pt x="2584" y="1"/>
                    <a:pt x="167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" name="Google Shape;280;p21"/>
            <p:cNvSpPr/>
            <p:nvPr/>
          </p:nvSpPr>
          <p:spPr>
            <a:xfrm>
              <a:off x="-61591150" y="3643150"/>
              <a:ext cx="123675" cy="51200"/>
            </a:xfrm>
            <a:custGeom>
              <a:avLst/>
              <a:gdLst/>
              <a:ahLst/>
              <a:cxnLst/>
              <a:rect l="l" t="t" r="r" b="b"/>
              <a:pathLst>
                <a:path w="4947" h="2048" extrusionOk="0">
                  <a:moveTo>
                    <a:pt x="630" y="0"/>
                  </a:moveTo>
                  <a:cubicBezTo>
                    <a:pt x="221" y="410"/>
                    <a:pt x="0" y="1008"/>
                    <a:pt x="0" y="1638"/>
                  </a:cubicBezTo>
                  <a:cubicBezTo>
                    <a:pt x="0" y="1890"/>
                    <a:pt x="189" y="2048"/>
                    <a:pt x="378" y="2048"/>
                  </a:cubicBezTo>
                  <a:lnTo>
                    <a:pt x="4505" y="2048"/>
                  </a:lnTo>
                  <a:cubicBezTo>
                    <a:pt x="4757" y="2048"/>
                    <a:pt x="4946" y="1827"/>
                    <a:pt x="4946" y="1638"/>
                  </a:cubicBezTo>
                  <a:cubicBezTo>
                    <a:pt x="4946" y="1008"/>
                    <a:pt x="4726" y="410"/>
                    <a:pt x="4316" y="0"/>
                  </a:cubicBezTo>
                  <a:cubicBezTo>
                    <a:pt x="3844" y="536"/>
                    <a:pt x="3182" y="819"/>
                    <a:pt x="2458" y="819"/>
                  </a:cubicBezTo>
                  <a:cubicBezTo>
                    <a:pt x="1796" y="819"/>
                    <a:pt x="1134" y="536"/>
                    <a:pt x="63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" name="Google Shape;281;p21"/>
            <p:cNvSpPr/>
            <p:nvPr/>
          </p:nvSpPr>
          <p:spPr>
            <a:xfrm>
              <a:off x="-61570675" y="3560450"/>
              <a:ext cx="82725" cy="82725"/>
            </a:xfrm>
            <a:custGeom>
              <a:avLst/>
              <a:gdLst/>
              <a:ahLst/>
              <a:cxnLst/>
              <a:rect l="l" t="t" r="r" b="b"/>
              <a:pathLst>
                <a:path w="3309" h="3309" extrusionOk="0">
                  <a:moveTo>
                    <a:pt x="1670" y="0"/>
                  </a:moveTo>
                  <a:cubicBezTo>
                    <a:pt x="756" y="0"/>
                    <a:pt x="0" y="725"/>
                    <a:pt x="0" y="1638"/>
                  </a:cubicBezTo>
                  <a:cubicBezTo>
                    <a:pt x="0" y="2552"/>
                    <a:pt x="756" y="3308"/>
                    <a:pt x="1670" y="3308"/>
                  </a:cubicBezTo>
                  <a:cubicBezTo>
                    <a:pt x="2552" y="3308"/>
                    <a:pt x="3308" y="2552"/>
                    <a:pt x="3308" y="1638"/>
                  </a:cubicBezTo>
                  <a:cubicBezTo>
                    <a:pt x="3308" y="725"/>
                    <a:pt x="2552" y="0"/>
                    <a:pt x="167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" name="Google Shape;282;p21"/>
            <p:cNvSpPr/>
            <p:nvPr/>
          </p:nvSpPr>
          <p:spPr>
            <a:xfrm>
              <a:off x="-61784125" y="3643925"/>
              <a:ext cx="124450" cy="51225"/>
            </a:xfrm>
            <a:custGeom>
              <a:avLst/>
              <a:gdLst/>
              <a:ahLst/>
              <a:cxnLst/>
              <a:rect l="l" t="t" r="r" b="b"/>
              <a:pathLst>
                <a:path w="4978" h="2049" extrusionOk="0">
                  <a:moveTo>
                    <a:pt x="662" y="1"/>
                  </a:moveTo>
                  <a:cubicBezTo>
                    <a:pt x="252" y="442"/>
                    <a:pt x="32" y="1009"/>
                    <a:pt x="32" y="1639"/>
                  </a:cubicBezTo>
                  <a:cubicBezTo>
                    <a:pt x="0" y="1859"/>
                    <a:pt x="189" y="2048"/>
                    <a:pt x="410" y="2048"/>
                  </a:cubicBezTo>
                  <a:lnTo>
                    <a:pt x="4569" y="2048"/>
                  </a:lnTo>
                  <a:cubicBezTo>
                    <a:pt x="4789" y="2048"/>
                    <a:pt x="4978" y="1859"/>
                    <a:pt x="4978" y="1639"/>
                  </a:cubicBezTo>
                  <a:cubicBezTo>
                    <a:pt x="4978" y="1009"/>
                    <a:pt x="4758" y="442"/>
                    <a:pt x="4348" y="1"/>
                  </a:cubicBezTo>
                  <a:cubicBezTo>
                    <a:pt x="3876" y="536"/>
                    <a:pt x="3214" y="820"/>
                    <a:pt x="2521" y="820"/>
                  </a:cubicBezTo>
                  <a:cubicBezTo>
                    <a:pt x="1828" y="820"/>
                    <a:pt x="1166" y="536"/>
                    <a:pt x="66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" name="Google Shape;283;p21"/>
            <p:cNvSpPr/>
            <p:nvPr/>
          </p:nvSpPr>
          <p:spPr>
            <a:xfrm>
              <a:off x="-61763650" y="3560450"/>
              <a:ext cx="82725" cy="82725"/>
            </a:xfrm>
            <a:custGeom>
              <a:avLst/>
              <a:gdLst/>
              <a:ahLst/>
              <a:cxnLst/>
              <a:rect l="l" t="t" r="r" b="b"/>
              <a:pathLst>
                <a:path w="3309" h="3309" extrusionOk="0">
                  <a:moveTo>
                    <a:pt x="1670" y="0"/>
                  </a:moveTo>
                  <a:cubicBezTo>
                    <a:pt x="757" y="0"/>
                    <a:pt x="1" y="725"/>
                    <a:pt x="1" y="1638"/>
                  </a:cubicBezTo>
                  <a:cubicBezTo>
                    <a:pt x="1" y="2552"/>
                    <a:pt x="757" y="3308"/>
                    <a:pt x="1670" y="3308"/>
                  </a:cubicBezTo>
                  <a:cubicBezTo>
                    <a:pt x="2552" y="3308"/>
                    <a:pt x="3309" y="2552"/>
                    <a:pt x="3309" y="1638"/>
                  </a:cubicBezTo>
                  <a:cubicBezTo>
                    <a:pt x="3309" y="725"/>
                    <a:pt x="2552" y="0"/>
                    <a:pt x="167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84" name="Google Shape;284;p21"/>
          <p:cNvGrpSpPr/>
          <p:nvPr/>
        </p:nvGrpSpPr>
        <p:grpSpPr>
          <a:xfrm>
            <a:off x="7174093" y="1085619"/>
            <a:ext cx="366364" cy="367290"/>
            <a:chOff x="-61783350" y="3743950"/>
            <a:chExt cx="316650" cy="317450"/>
          </a:xfrm>
        </p:grpSpPr>
        <p:sp>
          <p:nvSpPr>
            <p:cNvPr id="285" name="Google Shape;285;p21"/>
            <p:cNvSpPr/>
            <p:nvPr/>
          </p:nvSpPr>
          <p:spPr>
            <a:xfrm>
              <a:off x="-61783350" y="3743950"/>
              <a:ext cx="316650" cy="317450"/>
            </a:xfrm>
            <a:custGeom>
              <a:avLst/>
              <a:gdLst/>
              <a:ahLst/>
              <a:cxnLst/>
              <a:rect l="l" t="t" r="r" b="b"/>
              <a:pathLst>
                <a:path w="12666" h="12698" extrusionOk="0">
                  <a:moveTo>
                    <a:pt x="379" y="1"/>
                  </a:moveTo>
                  <a:cubicBezTo>
                    <a:pt x="158" y="1"/>
                    <a:pt x="1" y="190"/>
                    <a:pt x="1" y="410"/>
                  </a:cubicBezTo>
                  <a:lnTo>
                    <a:pt x="1" y="12256"/>
                  </a:lnTo>
                  <a:cubicBezTo>
                    <a:pt x="1" y="12508"/>
                    <a:pt x="190" y="12697"/>
                    <a:pt x="379" y="12697"/>
                  </a:cubicBezTo>
                  <a:lnTo>
                    <a:pt x="12256" y="12697"/>
                  </a:lnTo>
                  <a:cubicBezTo>
                    <a:pt x="12477" y="12697"/>
                    <a:pt x="12666" y="12508"/>
                    <a:pt x="12666" y="12256"/>
                  </a:cubicBezTo>
                  <a:cubicBezTo>
                    <a:pt x="12634" y="12067"/>
                    <a:pt x="12477" y="11878"/>
                    <a:pt x="12256" y="11878"/>
                  </a:cubicBezTo>
                  <a:lnTo>
                    <a:pt x="820" y="11878"/>
                  </a:lnTo>
                  <a:lnTo>
                    <a:pt x="820" y="410"/>
                  </a:lnTo>
                  <a:cubicBezTo>
                    <a:pt x="820" y="158"/>
                    <a:pt x="631" y="1"/>
                    <a:pt x="37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" name="Google Shape;286;p21"/>
            <p:cNvSpPr/>
            <p:nvPr/>
          </p:nvSpPr>
          <p:spPr>
            <a:xfrm>
              <a:off x="-61739225" y="3833750"/>
              <a:ext cx="272525" cy="149675"/>
            </a:xfrm>
            <a:custGeom>
              <a:avLst/>
              <a:gdLst/>
              <a:ahLst/>
              <a:cxnLst/>
              <a:rect l="l" t="t" r="r" b="b"/>
              <a:pathLst>
                <a:path w="10901" h="5987" extrusionOk="0">
                  <a:moveTo>
                    <a:pt x="9641" y="0"/>
                  </a:moveTo>
                  <a:cubicBezTo>
                    <a:pt x="8979" y="0"/>
                    <a:pt x="8444" y="536"/>
                    <a:pt x="8444" y="1229"/>
                  </a:cubicBezTo>
                  <a:cubicBezTo>
                    <a:pt x="8444" y="1418"/>
                    <a:pt x="8475" y="1575"/>
                    <a:pt x="8538" y="1733"/>
                  </a:cubicBezTo>
                  <a:lnTo>
                    <a:pt x="6900" y="3403"/>
                  </a:lnTo>
                  <a:cubicBezTo>
                    <a:pt x="6742" y="3308"/>
                    <a:pt x="6553" y="3277"/>
                    <a:pt x="6396" y="3277"/>
                  </a:cubicBezTo>
                  <a:cubicBezTo>
                    <a:pt x="6238" y="3277"/>
                    <a:pt x="6018" y="3308"/>
                    <a:pt x="5860" y="3403"/>
                  </a:cubicBezTo>
                  <a:lnTo>
                    <a:pt x="5041" y="2552"/>
                  </a:lnTo>
                  <a:cubicBezTo>
                    <a:pt x="5136" y="2395"/>
                    <a:pt x="5167" y="2206"/>
                    <a:pt x="5167" y="2048"/>
                  </a:cubicBezTo>
                  <a:cubicBezTo>
                    <a:pt x="5167" y="1386"/>
                    <a:pt x="4600" y="819"/>
                    <a:pt x="3938" y="819"/>
                  </a:cubicBezTo>
                  <a:cubicBezTo>
                    <a:pt x="3277" y="819"/>
                    <a:pt x="2710" y="1386"/>
                    <a:pt x="2710" y="2048"/>
                  </a:cubicBezTo>
                  <a:cubicBezTo>
                    <a:pt x="2710" y="2237"/>
                    <a:pt x="2773" y="2395"/>
                    <a:pt x="2836" y="2552"/>
                  </a:cubicBezTo>
                  <a:lnTo>
                    <a:pt x="1733" y="3655"/>
                  </a:lnTo>
                  <a:cubicBezTo>
                    <a:pt x="1575" y="3592"/>
                    <a:pt x="1386" y="3560"/>
                    <a:pt x="1229" y="3560"/>
                  </a:cubicBezTo>
                  <a:cubicBezTo>
                    <a:pt x="567" y="3560"/>
                    <a:pt x="0" y="4096"/>
                    <a:pt x="0" y="4757"/>
                  </a:cubicBezTo>
                  <a:cubicBezTo>
                    <a:pt x="0" y="5451"/>
                    <a:pt x="567" y="5986"/>
                    <a:pt x="1229" y="5986"/>
                  </a:cubicBezTo>
                  <a:cubicBezTo>
                    <a:pt x="1891" y="5986"/>
                    <a:pt x="2458" y="5451"/>
                    <a:pt x="2458" y="4757"/>
                  </a:cubicBezTo>
                  <a:cubicBezTo>
                    <a:pt x="2458" y="4568"/>
                    <a:pt x="2395" y="4411"/>
                    <a:pt x="2332" y="4253"/>
                  </a:cubicBezTo>
                  <a:lnTo>
                    <a:pt x="3434" y="3151"/>
                  </a:lnTo>
                  <a:cubicBezTo>
                    <a:pt x="3592" y="3214"/>
                    <a:pt x="3781" y="3277"/>
                    <a:pt x="3938" y="3277"/>
                  </a:cubicBezTo>
                  <a:cubicBezTo>
                    <a:pt x="4096" y="3277"/>
                    <a:pt x="4285" y="3214"/>
                    <a:pt x="4442" y="3151"/>
                  </a:cubicBezTo>
                  <a:lnTo>
                    <a:pt x="5293" y="3970"/>
                  </a:lnTo>
                  <a:cubicBezTo>
                    <a:pt x="5199" y="4127"/>
                    <a:pt x="5167" y="4348"/>
                    <a:pt x="5167" y="4505"/>
                  </a:cubicBezTo>
                  <a:cubicBezTo>
                    <a:pt x="5167" y="5167"/>
                    <a:pt x="5703" y="5703"/>
                    <a:pt x="6396" y="5703"/>
                  </a:cubicBezTo>
                  <a:cubicBezTo>
                    <a:pt x="7057" y="5703"/>
                    <a:pt x="7593" y="5167"/>
                    <a:pt x="7593" y="4505"/>
                  </a:cubicBezTo>
                  <a:cubicBezTo>
                    <a:pt x="7593" y="4285"/>
                    <a:pt x="7561" y="4127"/>
                    <a:pt x="7498" y="3970"/>
                  </a:cubicBezTo>
                  <a:lnTo>
                    <a:pt x="9137" y="2332"/>
                  </a:lnTo>
                  <a:cubicBezTo>
                    <a:pt x="9294" y="2395"/>
                    <a:pt x="9483" y="2458"/>
                    <a:pt x="9641" y="2458"/>
                  </a:cubicBezTo>
                  <a:cubicBezTo>
                    <a:pt x="10334" y="2458"/>
                    <a:pt x="10901" y="1890"/>
                    <a:pt x="10901" y="1229"/>
                  </a:cubicBezTo>
                  <a:cubicBezTo>
                    <a:pt x="10901" y="536"/>
                    <a:pt x="10334" y="0"/>
                    <a:pt x="964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87" name="Google Shape;287;p21"/>
          <p:cNvGrpSpPr/>
          <p:nvPr/>
        </p:nvGrpSpPr>
        <p:grpSpPr>
          <a:xfrm>
            <a:off x="1179871" y="2726950"/>
            <a:ext cx="6049293" cy="1454600"/>
            <a:chOff x="457200" y="3271225"/>
            <a:chExt cx="3009000" cy="1298750"/>
          </a:xfrm>
        </p:grpSpPr>
        <p:cxnSp>
          <p:nvCxnSpPr>
            <p:cNvPr id="288" name="Google Shape;288;p21"/>
            <p:cNvCxnSpPr/>
            <p:nvPr/>
          </p:nvCxnSpPr>
          <p:spPr>
            <a:xfrm rot="10800000" flipH="1">
              <a:off x="1211700" y="4459576"/>
              <a:ext cx="2207700" cy="87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89" name="Google Shape;289;p21"/>
            <p:cNvCxnSpPr/>
            <p:nvPr/>
          </p:nvCxnSpPr>
          <p:spPr>
            <a:xfrm>
              <a:off x="1211700" y="3979751"/>
              <a:ext cx="2237100" cy="162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90" name="Google Shape;290;p21"/>
            <p:cNvCxnSpPr/>
            <p:nvPr/>
          </p:nvCxnSpPr>
          <p:spPr>
            <a:xfrm>
              <a:off x="1211700" y="3364851"/>
              <a:ext cx="2254500" cy="99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91" name="Google Shape;291;p21"/>
            <p:cNvSpPr txBox="1"/>
            <p:nvPr/>
          </p:nvSpPr>
          <p:spPr>
            <a:xfrm>
              <a:off x="457200" y="4366575"/>
              <a:ext cx="754500" cy="203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0</a:t>
              </a:r>
              <a:endPara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92" name="Google Shape;292;p21"/>
            <p:cNvSpPr txBox="1"/>
            <p:nvPr/>
          </p:nvSpPr>
          <p:spPr>
            <a:xfrm>
              <a:off x="460469" y="3864013"/>
              <a:ext cx="751200" cy="201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500</a:t>
              </a:r>
              <a:endPara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93" name="Google Shape;293;p21"/>
            <p:cNvSpPr txBox="1"/>
            <p:nvPr/>
          </p:nvSpPr>
          <p:spPr>
            <a:xfrm>
              <a:off x="460469" y="3271225"/>
              <a:ext cx="751200" cy="201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1000</a:t>
              </a:r>
              <a:endPara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294" name="Google Shape;294;p21"/>
          <p:cNvSpPr/>
          <p:nvPr/>
        </p:nvSpPr>
        <p:spPr>
          <a:xfrm>
            <a:off x="3108594" y="2858516"/>
            <a:ext cx="392587" cy="1191474"/>
          </a:xfrm>
          <a:custGeom>
            <a:avLst/>
            <a:gdLst/>
            <a:ahLst/>
            <a:cxnLst/>
            <a:rect l="l" t="t" r="r" b="b"/>
            <a:pathLst>
              <a:path w="2303" h="15812" extrusionOk="0">
                <a:moveTo>
                  <a:pt x="1" y="0"/>
                </a:moveTo>
                <a:lnTo>
                  <a:pt x="1" y="15812"/>
                </a:lnTo>
                <a:lnTo>
                  <a:pt x="2302" y="15812"/>
                </a:lnTo>
                <a:lnTo>
                  <a:pt x="2302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8817"/>
              </a:solidFill>
            </a:endParaRPr>
          </a:p>
        </p:txBody>
      </p:sp>
      <p:sp>
        <p:nvSpPr>
          <p:cNvPr id="295" name="Google Shape;295;p21"/>
          <p:cNvSpPr/>
          <p:nvPr/>
        </p:nvSpPr>
        <p:spPr>
          <a:xfrm>
            <a:off x="3804742" y="2858516"/>
            <a:ext cx="392587" cy="1191474"/>
          </a:xfrm>
          <a:custGeom>
            <a:avLst/>
            <a:gdLst/>
            <a:ahLst/>
            <a:cxnLst/>
            <a:rect l="l" t="t" r="r" b="b"/>
            <a:pathLst>
              <a:path w="2303" h="15812" extrusionOk="0">
                <a:moveTo>
                  <a:pt x="1" y="0"/>
                </a:moveTo>
                <a:lnTo>
                  <a:pt x="1" y="15812"/>
                </a:lnTo>
                <a:lnTo>
                  <a:pt x="2302" y="15812"/>
                </a:lnTo>
                <a:lnTo>
                  <a:pt x="2302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accent3"/>
              </a:solidFill>
            </a:endParaRPr>
          </a:p>
        </p:txBody>
      </p:sp>
      <p:sp>
        <p:nvSpPr>
          <p:cNvPr id="296" name="Google Shape;296;p21"/>
          <p:cNvSpPr/>
          <p:nvPr/>
        </p:nvSpPr>
        <p:spPr>
          <a:xfrm>
            <a:off x="4526101" y="2858516"/>
            <a:ext cx="392587" cy="1191474"/>
          </a:xfrm>
          <a:custGeom>
            <a:avLst/>
            <a:gdLst/>
            <a:ahLst/>
            <a:cxnLst/>
            <a:rect l="l" t="t" r="r" b="b"/>
            <a:pathLst>
              <a:path w="2303" h="15812" extrusionOk="0">
                <a:moveTo>
                  <a:pt x="1" y="0"/>
                </a:moveTo>
                <a:lnTo>
                  <a:pt x="1" y="15812"/>
                </a:lnTo>
                <a:lnTo>
                  <a:pt x="2302" y="15812"/>
                </a:lnTo>
                <a:lnTo>
                  <a:pt x="2302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8817"/>
              </a:solidFill>
            </a:endParaRPr>
          </a:p>
        </p:txBody>
      </p:sp>
      <p:sp>
        <p:nvSpPr>
          <p:cNvPr id="297" name="Google Shape;297;p21"/>
          <p:cNvSpPr/>
          <p:nvPr/>
        </p:nvSpPr>
        <p:spPr>
          <a:xfrm>
            <a:off x="5209638" y="2858513"/>
            <a:ext cx="392598" cy="1191474"/>
          </a:xfrm>
          <a:custGeom>
            <a:avLst/>
            <a:gdLst/>
            <a:ahLst/>
            <a:cxnLst/>
            <a:rect l="l" t="t" r="r" b="b"/>
            <a:pathLst>
              <a:path w="2303" h="15812" extrusionOk="0">
                <a:moveTo>
                  <a:pt x="1" y="0"/>
                </a:moveTo>
                <a:lnTo>
                  <a:pt x="1" y="15812"/>
                </a:lnTo>
                <a:lnTo>
                  <a:pt x="2302" y="15812"/>
                </a:lnTo>
                <a:lnTo>
                  <a:pt x="2302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8817"/>
              </a:solidFill>
            </a:endParaRPr>
          </a:p>
        </p:txBody>
      </p:sp>
      <p:sp>
        <p:nvSpPr>
          <p:cNvPr id="298" name="Google Shape;298;p21"/>
          <p:cNvSpPr/>
          <p:nvPr/>
        </p:nvSpPr>
        <p:spPr>
          <a:xfrm>
            <a:off x="5874250" y="2858537"/>
            <a:ext cx="392598" cy="1191474"/>
          </a:xfrm>
          <a:custGeom>
            <a:avLst/>
            <a:gdLst/>
            <a:ahLst/>
            <a:cxnLst/>
            <a:rect l="l" t="t" r="r" b="b"/>
            <a:pathLst>
              <a:path w="2303" h="15812" extrusionOk="0">
                <a:moveTo>
                  <a:pt x="1" y="0"/>
                </a:moveTo>
                <a:lnTo>
                  <a:pt x="1" y="15812"/>
                </a:lnTo>
                <a:lnTo>
                  <a:pt x="2302" y="15812"/>
                </a:lnTo>
                <a:lnTo>
                  <a:pt x="2302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8817"/>
              </a:solidFill>
            </a:endParaRPr>
          </a:p>
        </p:txBody>
      </p:sp>
      <p:sp>
        <p:nvSpPr>
          <p:cNvPr id="299" name="Google Shape;299;p21"/>
          <p:cNvSpPr/>
          <p:nvPr/>
        </p:nvSpPr>
        <p:spPr>
          <a:xfrm>
            <a:off x="6538883" y="2858516"/>
            <a:ext cx="392587" cy="1191474"/>
          </a:xfrm>
          <a:custGeom>
            <a:avLst/>
            <a:gdLst/>
            <a:ahLst/>
            <a:cxnLst/>
            <a:rect l="l" t="t" r="r" b="b"/>
            <a:pathLst>
              <a:path w="2303" h="15812" extrusionOk="0">
                <a:moveTo>
                  <a:pt x="1" y="0"/>
                </a:moveTo>
                <a:lnTo>
                  <a:pt x="1" y="15812"/>
                </a:lnTo>
                <a:lnTo>
                  <a:pt x="2302" y="15812"/>
                </a:lnTo>
                <a:lnTo>
                  <a:pt x="2302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8817"/>
              </a:solidFill>
            </a:endParaRPr>
          </a:p>
        </p:txBody>
      </p:sp>
      <p:sp>
        <p:nvSpPr>
          <p:cNvPr id="300" name="Google Shape;300;p21"/>
          <p:cNvSpPr txBox="1">
            <a:spLocks noGrp="1"/>
          </p:cNvSpPr>
          <p:nvPr>
            <p:ph type="title"/>
          </p:nvPr>
        </p:nvSpPr>
        <p:spPr>
          <a:xfrm>
            <a:off x="1341750" y="4513700"/>
            <a:ext cx="2272200" cy="601800"/>
          </a:xfrm>
          <a:prstGeom prst="rect">
            <a:avLst/>
          </a:prstGeom>
        </p:spPr>
        <p:txBody>
          <a:bodyPr spcFirstLastPara="1" wrap="square" lIns="91425" tIns="91425" rIns="100900" bIns="91425" anchor="ctr" anchorCtr="0">
            <a:noAutofit/>
          </a:bodyPr>
          <a:lstStyle/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200"/>
              <a:buFont typeface="Trebuchet MS"/>
              <a:buChar char="●"/>
            </a:pPr>
            <a:r>
              <a:rPr lang="en" sz="22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Fear</a:t>
            </a:r>
            <a:endParaRPr sz="22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Trebuchet MS"/>
              <a:buChar char="●"/>
            </a:pPr>
            <a:r>
              <a:rPr lang="en" sz="22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Anger</a:t>
            </a:r>
            <a:endParaRPr sz="22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01" name="Google Shape;301;p21"/>
          <p:cNvSpPr txBox="1"/>
          <p:nvPr/>
        </p:nvSpPr>
        <p:spPr>
          <a:xfrm>
            <a:off x="3404000" y="4383625"/>
            <a:ext cx="1985100" cy="8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Trebuchet MS"/>
              <a:buChar char="●"/>
            </a:pPr>
            <a:r>
              <a:rPr lang="en" sz="22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Disgust</a:t>
            </a:r>
            <a:endParaRPr sz="22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200"/>
              <a:buFont typeface="Trebuchet MS"/>
              <a:buChar char="●"/>
            </a:pPr>
            <a:r>
              <a:rPr lang="en" sz="22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Sadness</a:t>
            </a:r>
            <a:endParaRPr sz="22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02" name="Google Shape;302;p21"/>
          <p:cNvSpPr txBox="1"/>
          <p:nvPr/>
        </p:nvSpPr>
        <p:spPr>
          <a:xfrm>
            <a:off x="5767825" y="4383650"/>
            <a:ext cx="2207700" cy="8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200"/>
              <a:buFont typeface="Trebuchet MS"/>
              <a:buChar char="●"/>
            </a:pPr>
            <a:r>
              <a:rPr lang="en" sz="22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Surprise</a:t>
            </a:r>
            <a:endParaRPr sz="22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200"/>
              <a:buFont typeface="Trebuchet MS"/>
              <a:buChar char="●"/>
            </a:pPr>
            <a:r>
              <a:rPr lang="en" sz="22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Happiness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6312798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22"/>
          <p:cNvSpPr/>
          <p:nvPr/>
        </p:nvSpPr>
        <p:spPr>
          <a:xfrm>
            <a:off x="852875" y="3628950"/>
            <a:ext cx="6633900" cy="83310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8" name="Google Shape;308;p22"/>
          <p:cNvSpPr/>
          <p:nvPr/>
        </p:nvSpPr>
        <p:spPr>
          <a:xfrm>
            <a:off x="954676" y="3717576"/>
            <a:ext cx="657319" cy="657286"/>
          </a:xfrm>
          <a:custGeom>
            <a:avLst/>
            <a:gdLst/>
            <a:ahLst/>
            <a:cxnLst/>
            <a:rect l="l" t="t" r="r" b="b"/>
            <a:pathLst>
              <a:path w="20028" h="20027" extrusionOk="0">
                <a:moveTo>
                  <a:pt x="10014" y="0"/>
                </a:moveTo>
                <a:cubicBezTo>
                  <a:pt x="4478" y="0"/>
                  <a:pt x="1" y="4489"/>
                  <a:pt x="1" y="10014"/>
                </a:cubicBezTo>
                <a:cubicBezTo>
                  <a:pt x="1" y="15550"/>
                  <a:pt x="4478" y="20027"/>
                  <a:pt x="10014" y="20027"/>
                </a:cubicBezTo>
                <a:cubicBezTo>
                  <a:pt x="15550" y="20027"/>
                  <a:pt x="20027" y="15550"/>
                  <a:pt x="20027" y="10014"/>
                </a:cubicBezTo>
                <a:cubicBezTo>
                  <a:pt x="20027" y="4489"/>
                  <a:pt x="15550" y="0"/>
                  <a:pt x="10014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9" name="Google Shape;309;p22"/>
          <p:cNvSpPr/>
          <p:nvPr/>
        </p:nvSpPr>
        <p:spPr>
          <a:xfrm>
            <a:off x="852875" y="2799500"/>
            <a:ext cx="7348200" cy="83310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0" name="Google Shape;310;p22"/>
          <p:cNvSpPr/>
          <p:nvPr/>
        </p:nvSpPr>
        <p:spPr>
          <a:xfrm>
            <a:off x="852875" y="1968425"/>
            <a:ext cx="6327600" cy="8331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1" name="Google Shape;311;p22"/>
          <p:cNvSpPr/>
          <p:nvPr/>
        </p:nvSpPr>
        <p:spPr>
          <a:xfrm>
            <a:off x="852875" y="1137000"/>
            <a:ext cx="7037100" cy="8331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2" name="Google Shape;312;p22"/>
          <p:cNvSpPr txBox="1">
            <a:spLocks noGrp="1"/>
          </p:cNvSpPr>
          <p:nvPr>
            <p:ph type="title"/>
          </p:nvPr>
        </p:nvSpPr>
        <p:spPr>
          <a:xfrm>
            <a:off x="3308250" y="399650"/>
            <a:ext cx="2527500" cy="49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accent5"/>
                </a:solidFill>
              </a:rPr>
              <a:t>Dz-EmoBERT</a:t>
            </a:r>
            <a:endParaRPr b="1">
              <a:solidFill>
                <a:schemeClr val="accent5"/>
              </a:solidFill>
            </a:endParaRPr>
          </a:p>
        </p:txBody>
      </p:sp>
      <p:sp>
        <p:nvSpPr>
          <p:cNvPr id="313" name="Google Shape;313;p22"/>
          <p:cNvSpPr/>
          <p:nvPr/>
        </p:nvSpPr>
        <p:spPr>
          <a:xfrm>
            <a:off x="7139251" y="1226576"/>
            <a:ext cx="657319" cy="657286"/>
          </a:xfrm>
          <a:custGeom>
            <a:avLst/>
            <a:gdLst/>
            <a:ahLst/>
            <a:cxnLst/>
            <a:rect l="l" t="t" r="r" b="b"/>
            <a:pathLst>
              <a:path w="20028" h="20027" extrusionOk="0">
                <a:moveTo>
                  <a:pt x="10014" y="0"/>
                </a:moveTo>
                <a:cubicBezTo>
                  <a:pt x="4478" y="0"/>
                  <a:pt x="1" y="4489"/>
                  <a:pt x="1" y="10014"/>
                </a:cubicBezTo>
                <a:cubicBezTo>
                  <a:pt x="1" y="15550"/>
                  <a:pt x="4478" y="20027"/>
                  <a:pt x="10014" y="20027"/>
                </a:cubicBezTo>
                <a:cubicBezTo>
                  <a:pt x="15550" y="20027"/>
                  <a:pt x="20027" y="15550"/>
                  <a:pt x="20027" y="10014"/>
                </a:cubicBezTo>
                <a:cubicBezTo>
                  <a:pt x="20027" y="4489"/>
                  <a:pt x="15550" y="0"/>
                  <a:pt x="10014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4" name="Google Shape;314;p22"/>
          <p:cNvSpPr txBox="1"/>
          <p:nvPr/>
        </p:nvSpPr>
        <p:spPr>
          <a:xfrm>
            <a:off x="1919825" y="1261950"/>
            <a:ext cx="1926900" cy="5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Dz-Emotion</a:t>
            </a:r>
            <a:endParaRPr sz="1800">
              <a:solidFill>
                <a:schemeClr val="lt1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315" name="Google Shape;315;p22"/>
          <p:cNvSpPr txBox="1"/>
          <p:nvPr/>
        </p:nvSpPr>
        <p:spPr>
          <a:xfrm>
            <a:off x="4154550" y="1245350"/>
            <a:ext cx="2678100" cy="62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Algerian Arabic Dialect Dataset with 6,000 comments</a:t>
            </a:r>
            <a:endParaRPr sz="1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6" name="Google Shape;316;p22"/>
          <p:cNvSpPr txBox="1"/>
          <p:nvPr/>
        </p:nvSpPr>
        <p:spPr>
          <a:xfrm>
            <a:off x="7139172" y="1309400"/>
            <a:ext cx="657300" cy="49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 b="1">
                <a:solidFill>
                  <a:schemeClr val="accent2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01</a:t>
            </a:r>
            <a:endParaRPr sz="1900" b="1">
              <a:solidFill>
                <a:schemeClr val="accent2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317" name="Google Shape;317;p22"/>
          <p:cNvSpPr/>
          <p:nvPr/>
        </p:nvSpPr>
        <p:spPr>
          <a:xfrm>
            <a:off x="6421027" y="2056583"/>
            <a:ext cx="657680" cy="657286"/>
          </a:xfrm>
          <a:custGeom>
            <a:avLst/>
            <a:gdLst/>
            <a:ahLst/>
            <a:cxnLst/>
            <a:rect l="l" t="t" r="r" b="b"/>
            <a:pathLst>
              <a:path w="20039" h="20027" extrusionOk="0">
                <a:moveTo>
                  <a:pt x="10013" y="0"/>
                </a:moveTo>
                <a:cubicBezTo>
                  <a:pt x="4489" y="0"/>
                  <a:pt x="0" y="4477"/>
                  <a:pt x="0" y="10013"/>
                </a:cubicBezTo>
                <a:cubicBezTo>
                  <a:pt x="0" y="15550"/>
                  <a:pt x="4489" y="20026"/>
                  <a:pt x="10013" y="20026"/>
                </a:cubicBezTo>
                <a:cubicBezTo>
                  <a:pt x="15550" y="20026"/>
                  <a:pt x="20038" y="15550"/>
                  <a:pt x="20038" y="10013"/>
                </a:cubicBezTo>
                <a:cubicBezTo>
                  <a:pt x="20038" y="4477"/>
                  <a:pt x="15550" y="0"/>
                  <a:pt x="10013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8" name="Google Shape;318;p22"/>
          <p:cNvSpPr txBox="1"/>
          <p:nvPr/>
        </p:nvSpPr>
        <p:spPr>
          <a:xfrm>
            <a:off x="1919825" y="2075199"/>
            <a:ext cx="1926900" cy="62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Data pre-processing </a:t>
            </a:r>
            <a:endParaRPr sz="1800">
              <a:solidFill>
                <a:schemeClr val="lt1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319" name="Google Shape;319;p22"/>
          <p:cNvSpPr txBox="1"/>
          <p:nvPr/>
        </p:nvSpPr>
        <p:spPr>
          <a:xfrm>
            <a:off x="4154550" y="2075217"/>
            <a:ext cx="1651200" cy="62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Translation ,Normalization,remove urls , emoji, stop word,...</a:t>
            </a:r>
            <a:endParaRPr sz="1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0" name="Google Shape;320;p22"/>
          <p:cNvSpPr txBox="1"/>
          <p:nvPr/>
        </p:nvSpPr>
        <p:spPr>
          <a:xfrm>
            <a:off x="6421200" y="2139250"/>
            <a:ext cx="657300" cy="49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 b="1">
                <a:solidFill>
                  <a:schemeClr val="accen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02</a:t>
            </a:r>
            <a:endParaRPr sz="1900" b="1">
              <a:solidFill>
                <a:schemeClr val="accen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321" name="Google Shape;321;p22"/>
          <p:cNvSpPr/>
          <p:nvPr/>
        </p:nvSpPr>
        <p:spPr>
          <a:xfrm>
            <a:off x="7453840" y="2886590"/>
            <a:ext cx="657286" cy="657286"/>
          </a:xfrm>
          <a:custGeom>
            <a:avLst/>
            <a:gdLst/>
            <a:ahLst/>
            <a:cxnLst/>
            <a:rect l="l" t="t" r="r" b="b"/>
            <a:pathLst>
              <a:path w="20027" h="20027" extrusionOk="0">
                <a:moveTo>
                  <a:pt x="10014" y="0"/>
                </a:moveTo>
                <a:cubicBezTo>
                  <a:pt x="4477" y="0"/>
                  <a:pt x="0" y="4477"/>
                  <a:pt x="0" y="10013"/>
                </a:cubicBezTo>
                <a:cubicBezTo>
                  <a:pt x="0" y="15538"/>
                  <a:pt x="4477" y="20026"/>
                  <a:pt x="10014" y="20026"/>
                </a:cubicBezTo>
                <a:cubicBezTo>
                  <a:pt x="15550" y="20026"/>
                  <a:pt x="20027" y="15538"/>
                  <a:pt x="20027" y="10013"/>
                </a:cubicBezTo>
                <a:cubicBezTo>
                  <a:pt x="20027" y="4477"/>
                  <a:pt x="15550" y="0"/>
                  <a:pt x="10014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2" name="Google Shape;322;p22"/>
          <p:cNvSpPr txBox="1"/>
          <p:nvPr/>
        </p:nvSpPr>
        <p:spPr>
          <a:xfrm>
            <a:off x="1919825" y="2921648"/>
            <a:ext cx="1926900" cy="5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Arabic Pre-trained models </a:t>
            </a:r>
            <a:endParaRPr sz="1800">
              <a:solidFill>
                <a:schemeClr val="lt1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323" name="Google Shape;323;p22"/>
          <p:cNvSpPr txBox="1"/>
          <p:nvPr/>
        </p:nvSpPr>
        <p:spPr>
          <a:xfrm>
            <a:off x="4154550" y="2905083"/>
            <a:ext cx="1651200" cy="62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DziriBERT,MARBERT,ARBERT</a:t>
            </a:r>
            <a:endParaRPr sz="1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4" name="Google Shape;324;p22"/>
          <p:cNvSpPr txBox="1"/>
          <p:nvPr/>
        </p:nvSpPr>
        <p:spPr>
          <a:xfrm>
            <a:off x="7486820" y="2969080"/>
            <a:ext cx="591300" cy="49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 b="1">
                <a:solidFill>
                  <a:schemeClr val="accent4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03</a:t>
            </a:r>
            <a:endParaRPr sz="1900" b="1">
              <a:solidFill>
                <a:schemeClr val="accent4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325" name="Google Shape;325;p22"/>
          <p:cNvSpPr/>
          <p:nvPr/>
        </p:nvSpPr>
        <p:spPr>
          <a:xfrm>
            <a:off x="6746546" y="3716171"/>
            <a:ext cx="657286" cy="657713"/>
          </a:xfrm>
          <a:custGeom>
            <a:avLst/>
            <a:gdLst/>
            <a:ahLst/>
            <a:cxnLst/>
            <a:rect l="l" t="t" r="r" b="b"/>
            <a:pathLst>
              <a:path w="20027" h="20040" extrusionOk="0">
                <a:moveTo>
                  <a:pt x="10013" y="1"/>
                </a:moveTo>
                <a:cubicBezTo>
                  <a:pt x="4477" y="1"/>
                  <a:pt x="0" y="4490"/>
                  <a:pt x="0" y="10014"/>
                </a:cubicBezTo>
                <a:cubicBezTo>
                  <a:pt x="0" y="15550"/>
                  <a:pt x="4477" y="20039"/>
                  <a:pt x="10013" y="20039"/>
                </a:cubicBezTo>
                <a:cubicBezTo>
                  <a:pt x="15550" y="20039"/>
                  <a:pt x="20026" y="15550"/>
                  <a:pt x="20026" y="10014"/>
                </a:cubicBezTo>
                <a:cubicBezTo>
                  <a:pt x="20026" y="4490"/>
                  <a:pt x="15550" y="1"/>
                  <a:pt x="10013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6" name="Google Shape;326;p22"/>
          <p:cNvSpPr txBox="1"/>
          <p:nvPr/>
        </p:nvSpPr>
        <p:spPr>
          <a:xfrm>
            <a:off x="1919825" y="3734950"/>
            <a:ext cx="1926900" cy="62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Model configuration </a:t>
            </a:r>
            <a:endParaRPr sz="1800">
              <a:solidFill>
                <a:schemeClr val="lt1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327" name="Google Shape;327;p22"/>
          <p:cNvSpPr txBox="1"/>
          <p:nvPr/>
        </p:nvSpPr>
        <p:spPr>
          <a:xfrm>
            <a:off x="4154550" y="3734950"/>
            <a:ext cx="1651200" cy="62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Learning rate 2e-5  , number epochs 10 , Batch size 8</a:t>
            </a:r>
            <a:endParaRPr sz="1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8" name="Google Shape;328;p22"/>
          <p:cNvSpPr txBox="1"/>
          <p:nvPr/>
        </p:nvSpPr>
        <p:spPr>
          <a:xfrm>
            <a:off x="6746500" y="3798700"/>
            <a:ext cx="657300" cy="49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 b="1">
                <a:solidFill>
                  <a:schemeClr val="accent3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04</a:t>
            </a:r>
            <a:endParaRPr sz="1900" b="1">
              <a:solidFill>
                <a:schemeClr val="accent3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329" name="Google Shape;329;p22"/>
          <p:cNvSpPr/>
          <p:nvPr/>
        </p:nvSpPr>
        <p:spPr>
          <a:xfrm>
            <a:off x="954676" y="1226576"/>
            <a:ext cx="657319" cy="657286"/>
          </a:xfrm>
          <a:custGeom>
            <a:avLst/>
            <a:gdLst/>
            <a:ahLst/>
            <a:cxnLst/>
            <a:rect l="l" t="t" r="r" b="b"/>
            <a:pathLst>
              <a:path w="20028" h="20027" extrusionOk="0">
                <a:moveTo>
                  <a:pt x="10014" y="0"/>
                </a:moveTo>
                <a:cubicBezTo>
                  <a:pt x="4478" y="0"/>
                  <a:pt x="1" y="4489"/>
                  <a:pt x="1" y="10014"/>
                </a:cubicBezTo>
                <a:cubicBezTo>
                  <a:pt x="1" y="15550"/>
                  <a:pt x="4478" y="20027"/>
                  <a:pt x="10014" y="20027"/>
                </a:cubicBezTo>
                <a:cubicBezTo>
                  <a:pt x="15550" y="20027"/>
                  <a:pt x="20027" y="15550"/>
                  <a:pt x="20027" y="10014"/>
                </a:cubicBezTo>
                <a:cubicBezTo>
                  <a:pt x="20027" y="4489"/>
                  <a:pt x="15550" y="0"/>
                  <a:pt x="10014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0" name="Google Shape;330;p22"/>
          <p:cNvSpPr/>
          <p:nvPr/>
        </p:nvSpPr>
        <p:spPr>
          <a:xfrm>
            <a:off x="954676" y="2056151"/>
            <a:ext cx="657319" cy="657286"/>
          </a:xfrm>
          <a:custGeom>
            <a:avLst/>
            <a:gdLst/>
            <a:ahLst/>
            <a:cxnLst/>
            <a:rect l="l" t="t" r="r" b="b"/>
            <a:pathLst>
              <a:path w="20028" h="20027" extrusionOk="0">
                <a:moveTo>
                  <a:pt x="10014" y="0"/>
                </a:moveTo>
                <a:cubicBezTo>
                  <a:pt x="4478" y="0"/>
                  <a:pt x="1" y="4489"/>
                  <a:pt x="1" y="10014"/>
                </a:cubicBezTo>
                <a:cubicBezTo>
                  <a:pt x="1" y="15550"/>
                  <a:pt x="4478" y="20027"/>
                  <a:pt x="10014" y="20027"/>
                </a:cubicBezTo>
                <a:cubicBezTo>
                  <a:pt x="15550" y="20027"/>
                  <a:pt x="20027" y="15550"/>
                  <a:pt x="20027" y="10014"/>
                </a:cubicBezTo>
                <a:cubicBezTo>
                  <a:pt x="20027" y="4489"/>
                  <a:pt x="15550" y="0"/>
                  <a:pt x="10014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1" name="Google Shape;331;p22"/>
          <p:cNvSpPr/>
          <p:nvPr/>
        </p:nvSpPr>
        <p:spPr>
          <a:xfrm>
            <a:off x="954676" y="2886076"/>
            <a:ext cx="657319" cy="657286"/>
          </a:xfrm>
          <a:custGeom>
            <a:avLst/>
            <a:gdLst/>
            <a:ahLst/>
            <a:cxnLst/>
            <a:rect l="l" t="t" r="r" b="b"/>
            <a:pathLst>
              <a:path w="20028" h="20027" extrusionOk="0">
                <a:moveTo>
                  <a:pt x="10014" y="0"/>
                </a:moveTo>
                <a:cubicBezTo>
                  <a:pt x="4478" y="0"/>
                  <a:pt x="1" y="4489"/>
                  <a:pt x="1" y="10014"/>
                </a:cubicBezTo>
                <a:cubicBezTo>
                  <a:pt x="1" y="15550"/>
                  <a:pt x="4478" y="20027"/>
                  <a:pt x="10014" y="20027"/>
                </a:cubicBezTo>
                <a:cubicBezTo>
                  <a:pt x="15550" y="20027"/>
                  <a:pt x="20027" y="15550"/>
                  <a:pt x="20027" y="10014"/>
                </a:cubicBezTo>
                <a:cubicBezTo>
                  <a:pt x="20027" y="4489"/>
                  <a:pt x="15550" y="0"/>
                  <a:pt x="10014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32" name="Google Shape;332;p22"/>
          <p:cNvGrpSpPr/>
          <p:nvPr/>
        </p:nvGrpSpPr>
        <p:grpSpPr>
          <a:xfrm>
            <a:off x="1100462" y="2201918"/>
            <a:ext cx="365774" cy="365774"/>
            <a:chOff x="1487200" y="4993750"/>
            <a:chExt cx="483125" cy="483125"/>
          </a:xfrm>
        </p:grpSpPr>
        <p:sp>
          <p:nvSpPr>
            <p:cNvPr id="333" name="Google Shape;333;p22"/>
            <p:cNvSpPr/>
            <p:nvPr/>
          </p:nvSpPr>
          <p:spPr>
            <a:xfrm>
              <a:off x="1487200" y="4993750"/>
              <a:ext cx="483125" cy="483125"/>
            </a:xfrm>
            <a:custGeom>
              <a:avLst/>
              <a:gdLst/>
              <a:ahLst/>
              <a:cxnLst/>
              <a:rect l="l" t="t" r="r" b="b"/>
              <a:pathLst>
                <a:path w="19325" h="19325" extrusionOk="0">
                  <a:moveTo>
                    <a:pt x="9662" y="1133"/>
                  </a:moveTo>
                  <a:cubicBezTo>
                    <a:pt x="11824" y="1133"/>
                    <a:pt x="13983" y="1975"/>
                    <a:pt x="15668" y="3657"/>
                  </a:cubicBezTo>
                  <a:cubicBezTo>
                    <a:pt x="19035" y="7027"/>
                    <a:pt x="19035" y="12302"/>
                    <a:pt x="15668" y="15668"/>
                  </a:cubicBezTo>
                  <a:cubicBezTo>
                    <a:pt x="13983" y="17352"/>
                    <a:pt x="11822" y="18193"/>
                    <a:pt x="9661" y="18193"/>
                  </a:cubicBezTo>
                  <a:cubicBezTo>
                    <a:pt x="7500" y="18193"/>
                    <a:pt x="5340" y="17352"/>
                    <a:pt x="3657" y="15668"/>
                  </a:cubicBezTo>
                  <a:cubicBezTo>
                    <a:pt x="290" y="12302"/>
                    <a:pt x="290" y="7024"/>
                    <a:pt x="3657" y="3657"/>
                  </a:cubicBezTo>
                  <a:cubicBezTo>
                    <a:pt x="5342" y="1975"/>
                    <a:pt x="7500" y="1133"/>
                    <a:pt x="9662" y="1133"/>
                  </a:cubicBezTo>
                  <a:close/>
                  <a:moveTo>
                    <a:pt x="9662" y="1"/>
                  </a:moveTo>
                  <a:cubicBezTo>
                    <a:pt x="7117" y="1"/>
                    <a:pt x="4698" y="1015"/>
                    <a:pt x="2857" y="2857"/>
                  </a:cubicBezTo>
                  <a:cubicBezTo>
                    <a:pt x="1015" y="4699"/>
                    <a:pt x="0" y="7117"/>
                    <a:pt x="0" y="9663"/>
                  </a:cubicBezTo>
                  <a:cubicBezTo>
                    <a:pt x="0" y="12208"/>
                    <a:pt x="1015" y="14627"/>
                    <a:pt x="2857" y="16469"/>
                  </a:cubicBezTo>
                  <a:cubicBezTo>
                    <a:pt x="4698" y="18310"/>
                    <a:pt x="7117" y="19325"/>
                    <a:pt x="9662" y="19325"/>
                  </a:cubicBezTo>
                  <a:cubicBezTo>
                    <a:pt x="12208" y="19325"/>
                    <a:pt x="14626" y="18310"/>
                    <a:pt x="16468" y="16469"/>
                  </a:cubicBezTo>
                  <a:cubicBezTo>
                    <a:pt x="18310" y="14627"/>
                    <a:pt x="19325" y="12208"/>
                    <a:pt x="19325" y="9663"/>
                  </a:cubicBezTo>
                  <a:cubicBezTo>
                    <a:pt x="19325" y="7117"/>
                    <a:pt x="18310" y="4699"/>
                    <a:pt x="16468" y="2857"/>
                  </a:cubicBezTo>
                  <a:cubicBezTo>
                    <a:pt x="14626" y="1015"/>
                    <a:pt x="12208" y="1"/>
                    <a:pt x="966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334" name="Google Shape;334;p22"/>
            <p:cNvSpPr/>
            <p:nvPr/>
          </p:nvSpPr>
          <p:spPr>
            <a:xfrm>
              <a:off x="1602600" y="5143950"/>
              <a:ext cx="250350" cy="182725"/>
            </a:xfrm>
            <a:custGeom>
              <a:avLst/>
              <a:gdLst/>
              <a:ahLst/>
              <a:cxnLst/>
              <a:rect l="l" t="t" r="r" b="b"/>
              <a:pathLst>
                <a:path w="10014" h="7309" extrusionOk="0">
                  <a:moveTo>
                    <a:pt x="8149" y="1134"/>
                  </a:moveTo>
                  <a:cubicBezTo>
                    <a:pt x="8294" y="1134"/>
                    <a:pt x="8439" y="1189"/>
                    <a:pt x="8549" y="1300"/>
                  </a:cubicBezTo>
                  <a:cubicBezTo>
                    <a:pt x="8769" y="1520"/>
                    <a:pt x="8769" y="1879"/>
                    <a:pt x="8549" y="2100"/>
                  </a:cubicBezTo>
                  <a:lnTo>
                    <a:pt x="4639" y="6007"/>
                  </a:lnTo>
                  <a:cubicBezTo>
                    <a:pt x="4527" y="6120"/>
                    <a:pt x="4377" y="6177"/>
                    <a:pt x="4227" y="6177"/>
                  </a:cubicBezTo>
                  <a:cubicBezTo>
                    <a:pt x="4081" y="6177"/>
                    <a:pt x="3937" y="6123"/>
                    <a:pt x="3830" y="6016"/>
                  </a:cubicBezTo>
                  <a:lnTo>
                    <a:pt x="1547" y="3748"/>
                  </a:lnTo>
                  <a:cubicBezTo>
                    <a:pt x="1296" y="3534"/>
                    <a:pt x="1281" y="3151"/>
                    <a:pt x="1514" y="2918"/>
                  </a:cubicBezTo>
                  <a:cubicBezTo>
                    <a:pt x="1626" y="2806"/>
                    <a:pt x="1771" y="2750"/>
                    <a:pt x="1916" y="2750"/>
                  </a:cubicBezTo>
                  <a:cubicBezTo>
                    <a:pt x="2074" y="2750"/>
                    <a:pt x="2232" y="2817"/>
                    <a:pt x="2344" y="2948"/>
                  </a:cubicBezTo>
                  <a:lnTo>
                    <a:pt x="3784" y="4388"/>
                  </a:lnTo>
                  <a:cubicBezTo>
                    <a:pt x="3793" y="4401"/>
                    <a:pt x="3805" y="4410"/>
                    <a:pt x="3817" y="4419"/>
                  </a:cubicBezTo>
                  <a:cubicBezTo>
                    <a:pt x="3817" y="4422"/>
                    <a:pt x="3820" y="4422"/>
                    <a:pt x="3823" y="4425"/>
                  </a:cubicBezTo>
                  <a:cubicBezTo>
                    <a:pt x="3934" y="4535"/>
                    <a:pt x="4078" y="4590"/>
                    <a:pt x="4222" y="4590"/>
                  </a:cubicBezTo>
                  <a:cubicBezTo>
                    <a:pt x="4367" y="4590"/>
                    <a:pt x="4512" y="4535"/>
                    <a:pt x="4624" y="4425"/>
                  </a:cubicBezTo>
                  <a:lnTo>
                    <a:pt x="7749" y="1300"/>
                  </a:lnTo>
                  <a:cubicBezTo>
                    <a:pt x="7859" y="1189"/>
                    <a:pt x="8004" y="1134"/>
                    <a:pt x="8149" y="1134"/>
                  </a:cubicBezTo>
                  <a:close/>
                  <a:moveTo>
                    <a:pt x="8146" y="1"/>
                  </a:moveTo>
                  <a:cubicBezTo>
                    <a:pt x="7712" y="1"/>
                    <a:pt x="7279" y="166"/>
                    <a:pt x="6949" y="496"/>
                  </a:cubicBezTo>
                  <a:lnTo>
                    <a:pt x="6946" y="496"/>
                  </a:lnTo>
                  <a:lnTo>
                    <a:pt x="4219" y="3223"/>
                  </a:lnTo>
                  <a:lnTo>
                    <a:pt x="3144" y="2148"/>
                  </a:lnTo>
                  <a:cubicBezTo>
                    <a:pt x="2808" y="1779"/>
                    <a:pt x="2348" y="1594"/>
                    <a:pt x="1887" y="1594"/>
                  </a:cubicBezTo>
                  <a:cubicBezTo>
                    <a:pt x="1453" y="1594"/>
                    <a:pt x="1019" y="1758"/>
                    <a:pt x="686" y="2091"/>
                  </a:cubicBezTo>
                  <a:cubicBezTo>
                    <a:pt x="1" y="2776"/>
                    <a:pt x="28" y="3896"/>
                    <a:pt x="747" y="4549"/>
                  </a:cubicBezTo>
                  <a:lnTo>
                    <a:pt x="3029" y="6819"/>
                  </a:lnTo>
                  <a:cubicBezTo>
                    <a:pt x="3344" y="7131"/>
                    <a:pt x="3768" y="7308"/>
                    <a:pt x="4214" y="7308"/>
                  </a:cubicBezTo>
                  <a:cubicBezTo>
                    <a:pt x="4218" y="7308"/>
                    <a:pt x="4221" y="7308"/>
                    <a:pt x="4225" y="7308"/>
                  </a:cubicBezTo>
                  <a:cubicBezTo>
                    <a:pt x="4678" y="7308"/>
                    <a:pt x="5116" y="7127"/>
                    <a:pt x="5439" y="6807"/>
                  </a:cubicBezTo>
                  <a:lnTo>
                    <a:pt x="9349" y="2900"/>
                  </a:lnTo>
                  <a:cubicBezTo>
                    <a:pt x="10013" y="2236"/>
                    <a:pt x="10013" y="1161"/>
                    <a:pt x="9349" y="499"/>
                  </a:cubicBezTo>
                  <a:cubicBezTo>
                    <a:pt x="9017" y="167"/>
                    <a:pt x="8581" y="1"/>
                    <a:pt x="814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335" name="Google Shape;335;p22"/>
          <p:cNvGrpSpPr/>
          <p:nvPr/>
        </p:nvGrpSpPr>
        <p:grpSpPr>
          <a:xfrm>
            <a:off x="1100468" y="3036246"/>
            <a:ext cx="365763" cy="357988"/>
            <a:chOff x="-6713450" y="2397900"/>
            <a:chExt cx="295375" cy="291450"/>
          </a:xfrm>
        </p:grpSpPr>
        <p:sp>
          <p:nvSpPr>
            <p:cNvPr id="336" name="Google Shape;336;p22"/>
            <p:cNvSpPr/>
            <p:nvPr/>
          </p:nvSpPr>
          <p:spPr>
            <a:xfrm>
              <a:off x="-6628400" y="2465650"/>
              <a:ext cx="69350" cy="17350"/>
            </a:xfrm>
            <a:custGeom>
              <a:avLst/>
              <a:gdLst/>
              <a:ahLst/>
              <a:cxnLst/>
              <a:rect l="l" t="t" r="r" b="b"/>
              <a:pathLst>
                <a:path w="2774" h="694" extrusionOk="0">
                  <a:moveTo>
                    <a:pt x="379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1" y="536"/>
                    <a:pt x="158" y="693"/>
                    <a:pt x="379" y="693"/>
                  </a:cubicBezTo>
                  <a:lnTo>
                    <a:pt x="2427" y="693"/>
                  </a:lnTo>
                  <a:cubicBezTo>
                    <a:pt x="2616" y="693"/>
                    <a:pt x="2773" y="536"/>
                    <a:pt x="2773" y="347"/>
                  </a:cubicBezTo>
                  <a:cubicBezTo>
                    <a:pt x="2773" y="158"/>
                    <a:pt x="2616" y="0"/>
                    <a:pt x="242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Google Shape;337;p22"/>
            <p:cNvSpPr/>
            <p:nvPr/>
          </p:nvSpPr>
          <p:spPr>
            <a:xfrm>
              <a:off x="-6713450" y="2397900"/>
              <a:ext cx="295375" cy="291450"/>
            </a:xfrm>
            <a:custGeom>
              <a:avLst/>
              <a:gdLst/>
              <a:ahLst/>
              <a:cxnLst/>
              <a:rect l="l" t="t" r="r" b="b"/>
              <a:pathLst>
                <a:path w="11815" h="11658" extrusionOk="0">
                  <a:moveTo>
                    <a:pt x="2048" y="1167"/>
                  </a:moveTo>
                  <a:lnTo>
                    <a:pt x="2048" y="2017"/>
                  </a:lnTo>
                  <a:lnTo>
                    <a:pt x="1166" y="2017"/>
                  </a:lnTo>
                  <a:lnTo>
                    <a:pt x="2048" y="1167"/>
                  </a:lnTo>
                  <a:close/>
                  <a:moveTo>
                    <a:pt x="10330" y="2773"/>
                  </a:moveTo>
                  <a:cubicBezTo>
                    <a:pt x="10507" y="2773"/>
                    <a:pt x="10680" y="2836"/>
                    <a:pt x="10806" y="2962"/>
                  </a:cubicBezTo>
                  <a:cubicBezTo>
                    <a:pt x="11058" y="3246"/>
                    <a:pt x="11058" y="3687"/>
                    <a:pt x="10775" y="3908"/>
                  </a:cubicBezTo>
                  <a:lnTo>
                    <a:pt x="10176" y="4506"/>
                  </a:lnTo>
                  <a:lnTo>
                    <a:pt x="9231" y="3561"/>
                  </a:lnTo>
                  <a:lnTo>
                    <a:pt x="9830" y="2962"/>
                  </a:lnTo>
                  <a:cubicBezTo>
                    <a:pt x="9972" y="2836"/>
                    <a:pt x="10153" y="2773"/>
                    <a:pt x="10330" y="2773"/>
                  </a:cubicBezTo>
                  <a:close/>
                  <a:moveTo>
                    <a:pt x="8727" y="4034"/>
                  </a:moveTo>
                  <a:lnTo>
                    <a:pt x="9672" y="4979"/>
                  </a:lnTo>
                  <a:cubicBezTo>
                    <a:pt x="8538" y="6207"/>
                    <a:pt x="7026" y="7688"/>
                    <a:pt x="5892" y="8854"/>
                  </a:cubicBezTo>
                  <a:lnTo>
                    <a:pt x="4915" y="7846"/>
                  </a:lnTo>
                  <a:lnTo>
                    <a:pt x="8727" y="4034"/>
                  </a:lnTo>
                  <a:close/>
                  <a:moveTo>
                    <a:pt x="4600" y="8539"/>
                  </a:moveTo>
                  <a:lnTo>
                    <a:pt x="5230" y="9169"/>
                  </a:lnTo>
                  <a:lnTo>
                    <a:pt x="4285" y="9421"/>
                  </a:lnTo>
                  <a:cubicBezTo>
                    <a:pt x="4348" y="9232"/>
                    <a:pt x="4505" y="8728"/>
                    <a:pt x="4600" y="8539"/>
                  </a:cubicBezTo>
                  <a:close/>
                  <a:moveTo>
                    <a:pt x="7908" y="694"/>
                  </a:moveTo>
                  <a:cubicBezTo>
                    <a:pt x="8097" y="694"/>
                    <a:pt x="8255" y="852"/>
                    <a:pt x="8255" y="1041"/>
                  </a:cubicBezTo>
                  <a:lnTo>
                    <a:pt x="8255" y="3592"/>
                  </a:lnTo>
                  <a:lnTo>
                    <a:pt x="7467" y="4380"/>
                  </a:lnTo>
                  <a:cubicBezTo>
                    <a:pt x="7435" y="4286"/>
                    <a:pt x="7309" y="4160"/>
                    <a:pt x="7152" y="4160"/>
                  </a:cubicBezTo>
                  <a:lnTo>
                    <a:pt x="1733" y="4160"/>
                  </a:lnTo>
                  <a:cubicBezTo>
                    <a:pt x="1512" y="4160"/>
                    <a:pt x="1386" y="4317"/>
                    <a:pt x="1386" y="4506"/>
                  </a:cubicBezTo>
                  <a:cubicBezTo>
                    <a:pt x="1386" y="4695"/>
                    <a:pt x="1512" y="4853"/>
                    <a:pt x="1733" y="4853"/>
                  </a:cubicBezTo>
                  <a:lnTo>
                    <a:pt x="6994" y="4853"/>
                  </a:lnTo>
                  <a:lnTo>
                    <a:pt x="6333" y="5546"/>
                  </a:lnTo>
                  <a:lnTo>
                    <a:pt x="1733" y="5546"/>
                  </a:lnTo>
                  <a:cubicBezTo>
                    <a:pt x="1512" y="5546"/>
                    <a:pt x="1355" y="5703"/>
                    <a:pt x="1355" y="5892"/>
                  </a:cubicBezTo>
                  <a:cubicBezTo>
                    <a:pt x="1355" y="6081"/>
                    <a:pt x="1512" y="6239"/>
                    <a:pt x="1733" y="6239"/>
                  </a:cubicBezTo>
                  <a:lnTo>
                    <a:pt x="5608" y="6239"/>
                  </a:lnTo>
                  <a:lnTo>
                    <a:pt x="4947" y="6901"/>
                  </a:lnTo>
                  <a:lnTo>
                    <a:pt x="1733" y="6901"/>
                  </a:lnTo>
                  <a:cubicBezTo>
                    <a:pt x="1512" y="6901"/>
                    <a:pt x="1355" y="7058"/>
                    <a:pt x="1355" y="7279"/>
                  </a:cubicBezTo>
                  <a:cubicBezTo>
                    <a:pt x="1355" y="7468"/>
                    <a:pt x="1512" y="7625"/>
                    <a:pt x="1733" y="7625"/>
                  </a:cubicBezTo>
                  <a:lnTo>
                    <a:pt x="4285" y="7625"/>
                  </a:lnTo>
                  <a:cubicBezTo>
                    <a:pt x="4190" y="7688"/>
                    <a:pt x="4159" y="7751"/>
                    <a:pt x="4127" y="7814"/>
                  </a:cubicBezTo>
                  <a:lnTo>
                    <a:pt x="3970" y="8287"/>
                  </a:lnTo>
                  <a:lnTo>
                    <a:pt x="1733" y="8287"/>
                  </a:lnTo>
                  <a:cubicBezTo>
                    <a:pt x="1512" y="8287"/>
                    <a:pt x="1355" y="8444"/>
                    <a:pt x="1355" y="8633"/>
                  </a:cubicBezTo>
                  <a:cubicBezTo>
                    <a:pt x="1355" y="8854"/>
                    <a:pt x="1512" y="9011"/>
                    <a:pt x="1733" y="9011"/>
                  </a:cubicBezTo>
                  <a:lnTo>
                    <a:pt x="3718" y="9011"/>
                  </a:lnTo>
                  <a:lnTo>
                    <a:pt x="3466" y="9893"/>
                  </a:lnTo>
                  <a:cubicBezTo>
                    <a:pt x="3385" y="10136"/>
                    <a:pt x="3557" y="10355"/>
                    <a:pt x="3766" y="10355"/>
                  </a:cubicBezTo>
                  <a:cubicBezTo>
                    <a:pt x="3802" y="10355"/>
                    <a:pt x="3839" y="10348"/>
                    <a:pt x="3875" y="10335"/>
                  </a:cubicBezTo>
                  <a:lnTo>
                    <a:pt x="6018" y="9704"/>
                  </a:lnTo>
                  <a:cubicBezTo>
                    <a:pt x="6049" y="9704"/>
                    <a:pt x="6144" y="9673"/>
                    <a:pt x="6175" y="9641"/>
                  </a:cubicBezTo>
                  <a:lnTo>
                    <a:pt x="8286" y="7499"/>
                  </a:lnTo>
                  <a:lnTo>
                    <a:pt x="8286" y="10681"/>
                  </a:lnTo>
                  <a:cubicBezTo>
                    <a:pt x="8255" y="10839"/>
                    <a:pt x="8097" y="10996"/>
                    <a:pt x="7908" y="10996"/>
                  </a:cubicBezTo>
                  <a:lnTo>
                    <a:pt x="1040" y="10996"/>
                  </a:lnTo>
                  <a:cubicBezTo>
                    <a:pt x="851" y="10996"/>
                    <a:pt x="693" y="10839"/>
                    <a:pt x="693" y="10650"/>
                  </a:cubicBezTo>
                  <a:lnTo>
                    <a:pt x="693" y="2742"/>
                  </a:lnTo>
                  <a:lnTo>
                    <a:pt x="2395" y="2742"/>
                  </a:lnTo>
                  <a:cubicBezTo>
                    <a:pt x="2584" y="2742"/>
                    <a:pt x="2741" y="2584"/>
                    <a:pt x="2741" y="2395"/>
                  </a:cubicBezTo>
                  <a:lnTo>
                    <a:pt x="2741" y="694"/>
                  </a:lnTo>
                  <a:close/>
                  <a:moveTo>
                    <a:pt x="2363" y="1"/>
                  </a:moveTo>
                  <a:cubicBezTo>
                    <a:pt x="2237" y="1"/>
                    <a:pt x="2143" y="64"/>
                    <a:pt x="2111" y="127"/>
                  </a:cubicBezTo>
                  <a:lnTo>
                    <a:pt x="158" y="2112"/>
                  </a:lnTo>
                  <a:cubicBezTo>
                    <a:pt x="63" y="2175"/>
                    <a:pt x="0" y="2269"/>
                    <a:pt x="0" y="2364"/>
                  </a:cubicBezTo>
                  <a:lnTo>
                    <a:pt x="0" y="10650"/>
                  </a:lnTo>
                  <a:cubicBezTo>
                    <a:pt x="0" y="11217"/>
                    <a:pt x="473" y="11658"/>
                    <a:pt x="1008" y="11658"/>
                  </a:cubicBezTo>
                  <a:lnTo>
                    <a:pt x="7908" y="11658"/>
                  </a:lnTo>
                  <a:cubicBezTo>
                    <a:pt x="8444" y="11658"/>
                    <a:pt x="8916" y="11217"/>
                    <a:pt x="8916" y="10650"/>
                  </a:cubicBezTo>
                  <a:lnTo>
                    <a:pt x="8916" y="6774"/>
                  </a:lnTo>
                  <a:lnTo>
                    <a:pt x="11279" y="4412"/>
                  </a:lnTo>
                  <a:cubicBezTo>
                    <a:pt x="11815" y="3876"/>
                    <a:pt x="11815" y="3025"/>
                    <a:pt x="11279" y="2490"/>
                  </a:cubicBezTo>
                  <a:cubicBezTo>
                    <a:pt x="11011" y="2222"/>
                    <a:pt x="10657" y="2088"/>
                    <a:pt x="10306" y="2088"/>
                  </a:cubicBezTo>
                  <a:cubicBezTo>
                    <a:pt x="9956" y="2088"/>
                    <a:pt x="9609" y="2222"/>
                    <a:pt x="9357" y="2490"/>
                  </a:cubicBezTo>
                  <a:lnTo>
                    <a:pt x="8916" y="2931"/>
                  </a:lnTo>
                  <a:lnTo>
                    <a:pt x="8916" y="1041"/>
                  </a:lnTo>
                  <a:cubicBezTo>
                    <a:pt x="8916" y="474"/>
                    <a:pt x="8444" y="1"/>
                    <a:pt x="790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38" name="Google Shape;338;p22"/>
          <p:cNvGrpSpPr/>
          <p:nvPr/>
        </p:nvGrpSpPr>
        <p:grpSpPr>
          <a:xfrm>
            <a:off x="1100464" y="3864392"/>
            <a:ext cx="365770" cy="365749"/>
            <a:chOff x="-2060175" y="2768875"/>
            <a:chExt cx="291450" cy="292225"/>
          </a:xfrm>
        </p:grpSpPr>
        <p:sp>
          <p:nvSpPr>
            <p:cNvPr id="339" name="Google Shape;339;p22"/>
            <p:cNvSpPr/>
            <p:nvPr/>
          </p:nvSpPr>
          <p:spPr>
            <a:xfrm>
              <a:off x="-2060175" y="2768875"/>
              <a:ext cx="291450" cy="292225"/>
            </a:xfrm>
            <a:custGeom>
              <a:avLst/>
              <a:gdLst/>
              <a:ahLst/>
              <a:cxnLst/>
              <a:rect l="l" t="t" r="r" b="b"/>
              <a:pathLst>
                <a:path w="11658" h="11689" extrusionOk="0">
                  <a:moveTo>
                    <a:pt x="10649" y="662"/>
                  </a:moveTo>
                  <a:cubicBezTo>
                    <a:pt x="10838" y="662"/>
                    <a:pt x="10996" y="820"/>
                    <a:pt x="10996" y="1009"/>
                  </a:cubicBezTo>
                  <a:cubicBezTo>
                    <a:pt x="10996" y="1198"/>
                    <a:pt x="10838" y="1355"/>
                    <a:pt x="10649" y="1355"/>
                  </a:cubicBezTo>
                  <a:lnTo>
                    <a:pt x="1040" y="1355"/>
                  </a:lnTo>
                  <a:cubicBezTo>
                    <a:pt x="851" y="1355"/>
                    <a:pt x="694" y="1198"/>
                    <a:pt x="694" y="1009"/>
                  </a:cubicBezTo>
                  <a:cubicBezTo>
                    <a:pt x="694" y="820"/>
                    <a:pt x="851" y="662"/>
                    <a:pt x="1040" y="662"/>
                  </a:cubicBezTo>
                  <a:close/>
                  <a:moveTo>
                    <a:pt x="10303" y="2049"/>
                  </a:moveTo>
                  <a:lnTo>
                    <a:pt x="10303" y="7908"/>
                  </a:lnTo>
                  <a:cubicBezTo>
                    <a:pt x="10334" y="8097"/>
                    <a:pt x="10177" y="8255"/>
                    <a:pt x="9988" y="8255"/>
                  </a:cubicBezTo>
                  <a:lnTo>
                    <a:pt x="1702" y="8255"/>
                  </a:lnTo>
                  <a:cubicBezTo>
                    <a:pt x="1513" y="8255"/>
                    <a:pt x="1355" y="8097"/>
                    <a:pt x="1355" y="7908"/>
                  </a:cubicBezTo>
                  <a:lnTo>
                    <a:pt x="1355" y="2049"/>
                  </a:lnTo>
                  <a:close/>
                  <a:moveTo>
                    <a:pt x="5797" y="10271"/>
                  </a:moveTo>
                  <a:cubicBezTo>
                    <a:pt x="5986" y="10271"/>
                    <a:pt x="6144" y="10429"/>
                    <a:pt x="6144" y="10618"/>
                  </a:cubicBezTo>
                  <a:cubicBezTo>
                    <a:pt x="6144" y="10807"/>
                    <a:pt x="5986" y="10964"/>
                    <a:pt x="5797" y="10964"/>
                  </a:cubicBezTo>
                  <a:cubicBezTo>
                    <a:pt x="5608" y="10964"/>
                    <a:pt x="5451" y="10807"/>
                    <a:pt x="5451" y="10618"/>
                  </a:cubicBezTo>
                  <a:cubicBezTo>
                    <a:pt x="5451" y="10429"/>
                    <a:pt x="5608" y="10271"/>
                    <a:pt x="5797" y="10271"/>
                  </a:cubicBezTo>
                  <a:close/>
                  <a:moveTo>
                    <a:pt x="1040" y="1"/>
                  </a:moveTo>
                  <a:cubicBezTo>
                    <a:pt x="473" y="1"/>
                    <a:pt x="1" y="473"/>
                    <a:pt x="1" y="1009"/>
                  </a:cubicBezTo>
                  <a:cubicBezTo>
                    <a:pt x="1" y="1450"/>
                    <a:pt x="284" y="1828"/>
                    <a:pt x="694" y="1986"/>
                  </a:cubicBezTo>
                  <a:lnTo>
                    <a:pt x="694" y="7908"/>
                  </a:lnTo>
                  <a:cubicBezTo>
                    <a:pt x="694" y="8444"/>
                    <a:pt x="1166" y="8917"/>
                    <a:pt x="1702" y="8917"/>
                  </a:cubicBezTo>
                  <a:lnTo>
                    <a:pt x="5482" y="8917"/>
                  </a:lnTo>
                  <a:lnTo>
                    <a:pt x="5482" y="9673"/>
                  </a:lnTo>
                  <a:cubicBezTo>
                    <a:pt x="5104" y="9830"/>
                    <a:pt x="4821" y="10177"/>
                    <a:pt x="4821" y="10649"/>
                  </a:cubicBezTo>
                  <a:cubicBezTo>
                    <a:pt x="4821" y="11216"/>
                    <a:pt x="5293" y="11689"/>
                    <a:pt x="5829" y="11689"/>
                  </a:cubicBezTo>
                  <a:cubicBezTo>
                    <a:pt x="6396" y="11689"/>
                    <a:pt x="6869" y="11216"/>
                    <a:pt x="6869" y="10649"/>
                  </a:cubicBezTo>
                  <a:cubicBezTo>
                    <a:pt x="6869" y="10240"/>
                    <a:pt x="6585" y="9830"/>
                    <a:pt x="6207" y="9673"/>
                  </a:cubicBezTo>
                  <a:lnTo>
                    <a:pt x="6207" y="8917"/>
                  </a:lnTo>
                  <a:lnTo>
                    <a:pt x="10019" y="8917"/>
                  </a:lnTo>
                  <a:cubicBezTo>
                    <a:pt x="10555" y="8917"/>
                    <a:pt x="11027" y="8444"/>
                    <a:pt x="11027" y="7908"/>
                  </a:cubicBezTo>
                  <a:lnTo>
                    <a:pt x="11027" y="1986"/>
                  </a:lnTo>
                  <a:cubicBezTo>
                    <a:pt x="11405" y="1828"/>
                    <a:pt x="11657" y="1450"/>
                    <a:pt x="11657" y="1009"/>
                  </a:cubicBezTo>
                  <a:cubicBezTo>
                    <a:pt x="11657" y="473"/>
                    <a:pt x="11185" y="1"/>
                    <a:pt x="1064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Google Shape;340;p22"/>
            <p:cNvSpPr/>
            <p:nvPr/>
          </p:nvSpPr>
          <p:spPr>
            <a:xfrm>
              <a:off x="-2008975" y="2855525"/>
              <a:ext cx="189050" cy="84500"/>
            </a:xfrm>
            <a:custGeom>
              <a:avLst/>
              <a:gdLst/>
              <a:ahLst/>
              <a:cxnLst/>
              <a:rect l="l" t="t" r="r" b="b"/>
              <a:pathLst>
                <a:path w="7562" h="3380" extrusionOk="0">
                  <a:moveTo>
                    <a:pt x="6553" y="0"/>
                  </a:moveTo>
                  <a:cubicBezTo>
                    <a:pt x="6144" y="0"/>
                    <a:pt x="6081" y="504"/>
                    <a:pt x="6427" y="662"/>
                  </a:cubicBezTo>
                  <a:lnTo>
                    <a:pt x="4474" y="2584"/>
                  </a:lnTo>
                  <a:lnTo>
                    <a:pt x="2647" y="788"/>
                  </a:lnTo>
                  <a:cubicBezTo>
                    <a:pt x="2584" y="725"/>
                    <a:pt x="2497" y="693"/>
                    <a:pt x="2410" y="693"/>
                  </a:cubicBezTo>
                  <a:cubicBezTo>
                    <a:pt x="2324" y="693"/>
                    <a:pt x="2237" y="725"/>
                    <a:pt x="2174" y="788"/>
                  </a:cubicBezTo>
                  <a:lnTo>
                    <a:pt x="126" y="2836"/>
                  </a:lnTo>
                  <a:cubicBezTo>
                    <a:pt x="0" y="2930"/>
                    <a:pt x="0" y="3182"/>
                    <a:pt x="126" y="3308"/>
                  </a:cubicBezTo>
                  <a:cubicBezTo>
                    <a:pt x="189" y="3356"/>
                    <a:pt x="276" y="3379"/>
                    <a:pt x="363" y="3379"/>
                  </a:cubicBezTo>
                  <a:cubicBezTo>
                    <a:pt x="449" y="3379"/>
                    <a:pt x="536" y="3356"/>
                    <a:pt x="599" y="3308"/>
                  </a:cubicBezTo>
                  <a:lnTo>
                    <a:pt x="2426" y="1481"/>
                  </a:lnTo>
                  <a:lnTo>
                    <a:pt x="4222" y="3308"/>
                  </a:lnTo>
                  <a:cubicBezTo>
                    <a:pt x="4285" y="3356"/>
                    <a:pt x="4372" y="3379"/>
                    <a:pt x="4458" y="3379"/>
                  </a:cubicBezTo>
                  <a:cubicBezTo>
                    <a:pt x="4545" y="3379"/>
                    <a:pt x="4632" y="3356"/>
                    <a:pt x="4695" y="3308"/>
                  </a:cubicBezTo>
                  <a:lnTo>
                    <a:pt x="6900" y="1134"/>
                  </a:lnTo>
                  <a:cubicBezTo>
                    <a:pt x="6931" y="1260"/>
                    <a:pt x="7057" y="1355"/>
                    <a:pt x="7215" y="1355"/>
                  </a:cubicBezTo>
                  <a:cubicBezTo>
                    <a:pt x="7404" y="1355"/>
                    <a:pt x="7562" y="1197"/>
                    <a:pt x="7562" y="1008"/>
                  </a:cubicBezTo>
                  <a:lnTo>
                    <a:pt x="7562" y="347"/>
                  </a:lnTo>
                  <a:cubicBezTo>
                    <a:pt x="7562" y="158"/>
                    <a:pt x="7467" y="0"/>
                    <a:pt x="724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41" name="Google Shape;341;p22"/>
          <p:cNvGrpSpPr/>
          <p:nvPr/>
        </p:nvGrpSpPr>
        <p:grpSpPr>
          <a:xfrm>
            <a:off x="1100464" y="1398293"/>
            <a:ext cx="365770" cy="365770"/>
            <a:chOff x="-3137650" y="2408950"/>
            <a:chExt cx="291450" cy="292125"/>
          </a:xfrm>
        </p:grpSpPr>
        <p:sp>
          <p:nvSpPr>
            <p:cNvPr id="342" name="Google Shape;342;p22"/>
            <p:cNvSpPr/>
            <p:nvPr/>
          </p:nvSpPr>
          <p:spPr>
            <a:xfrm>
              <a:off x="-3137650" y="2408950"/>
              <a:ext cx="291450" cy="292125"/>
            </a:xfrm>
            <a:custGeom>
              <a:avLst/>
              <a:gdLst/>
              <a:ahLst/>
              <a:cxnLst/>
              <a:rect l="l" t="t" r="r" b="b"/>
              <a:pathLst>
                <a:path w="11658" h="11685" extrusionOk="0">
                  <a:moveTo>
                    <a:pt x="10618" y="662"/>
                  </a:moveTo>
                  <a:cubicBezTo>
                    <a:pt x="10807" y="662"/>
                    <a:pt x="10964" y="851"/>
                    <a:pt x="10964" y="1040"/>
                  </a:cubicBezTo>
                  <a:lnTo>
                    <a:pt x="10964" y="2741"/>
                  </a:lnTo>
                  <a:lnTo>
                    <a:pt x="662" y="2741"/>
                  </a:lnTo>
                  <a:lnTo>
                    <a:pt x="662" y="1040"/>
                  </a:lnTo>
                  <a:cubicBezTo>
                    <a:pt x="662" y="851"/>
                    <a:pt x="820" y="662"/>
                    <a:pt x="1009" y="662"/>
                  </a:cubicBezTo>
                  <a:close/>
                  <a:moveTo>
                    <a:pt x="10964" y="3403"/>
                  </a:moveTo>
                  <a:lnTo>
                    <a:pt x="10964" y="8601"/>
                  </a:lnTo>
                  <a:cubicBezTo>
                    <a:pt x="10964" y="8790"/>
                    <a:pt x="10838" y="8947"/>
                    <a:pt x="10618" y="8947"/>
                  </a:cubicBezTo>
                  <a:lnTo>
                    <a:pt x="10145" y="8947"/>
                  </a:lnTo>
                  <a:cubicBezTo>
                    <a:pt x="10208" y="8727"/>
                    <a:pt x="10240" y="8443"/>
                    <a:pt x="10240" y="8160"/>
                  </a:cubicBezTo>
                  <a:lnTo>
                    <a:pt x="10240" y="5860"/>
                  </a:lnTo>
                  <a:cubicBezTo>
                    <a:pt x="10240" y="5673"/>
                    <a:pt x="10058" y="5531"/>
                    <a:pt x="9868" y="5531"/>
                  </a:cubicBezTo>
                  <a:cubicBezTo>
                    <a:pt x="9835" y="5531"/>
                    <a:pt x="9801" y="5535"/>
                    <a:pt x="9767" y="5545"/>
                  </a:cubicBezTo>
                  <a:cubicBezTo>
                    <a:pt x="9545" y="5641"/>
                    <a:pt x="9341" y="5691"/>
                    <a:pt x="9142" y="5691"/>
                  </a:cubicBezTo>
                  <a:cubicBezTo>
                    <a:pt x="8693" y="5691"/>
                    <a:pt x="8275" y="5439"/>
                    <a:pt x="7751" y="4915"/>
                  </a:cubicBezTo>
                  <a:cubicBezTo>
                    <a:pt x="7688" y="4868"/>
                    <a:pt x="7601" y="4844"/>
                    <a:pt x="7515" y="4844"/>
                  </a:cubicBezTo>
                  <a:cubicBezTo>
                    <a:pt x="7428" y="4844"/>
                    <a:pt x="7341" y="4868"/>
                    <a:pt x="7278" y="4915"/>
                  </a:cubicBezTo>
                  <a:cubicBezTo>
                    <a:pt x="6753" y="5440"/>
                    <a:pt x="6334" y="5677"/>
                    <a:pt x="5884" y="5677"/>
                  </a:cubicBezTo>
                  <a:cubicBezTo>
                    <a:pt x="5686" y="5677"/>
                    <a:pt x="5483" y="5631"/>
                    <a:pt x="5262" y="5545"/>
                  </a:cubicBezTo>
                  <a:cubicBezTo>
                    <a:pt x="5229" y="5535"/>
                    <a:pt x="5195" y="5531"/>
                    <a:pt x="5161" y="5531"/>
                  </a:cubicBezTo>
                  <a:cubicBezTo>
                    <a:pt x="4971" y="5531"/>
                    <a:pt x="4789" y="5673"/>
                    <a:pt x="4789" y="5860"/>
                  </a:cubicBezTo>
                  <a:lnTo>
                    <a:pt x="4789" y="8160"/>
                  </a:lnTo>
                  <a:cubicBezTo>
                    <a:pt x="4789" y="8443"/>
                    <a:pt x="4821" y="8664"/>
                    <a:pt x="4884" y="8947"/>
                  </a:cubicBezTo>
                  <a:lnTo>
                    <a:pt x="1009" y="8947"/>
                  </a:lnTo>
                  <a:cubicBezTo>
                    <a:pt x="820" y="8947"/>
                    <a:pt x="662" y="8790"/>
                    <a:pt x="662" y="8601"/>
                  </a:cubicBezTo>
                  <a:lnTo>
                    <a:pt x="662" y="3403"/>
                  </a:lnTo>
                  <a:close/>
                  <a:moveTo>
                    <a:pt x="7152" y="5923"/>
                  </a:moveTo>
                  <a:lnTo>
                    <a:pt x="7152" y="10838"/>
                  </a:lnTo>
                  <a:cubicBezTo>
                    <a:pt x="6144" y="10365"/>
                    <a:pt x="5451" y="9357"/>
                    <a:pt x="5451" y="8160"/>
                  </a:cubicBezTo>
                  <a:lnTo>
                    <a:pt x="5451" y="6301"/>
                  </a:lnTo>
                  <a:cubicBezTo>
                    <a:pt x="5604" y="6330"/>
                    <a:pt x="5750" y="6344"/>
                    <a:pt x="5891" y="6344"/>
                  </a:cubicBezTo>
                  <a:cubicBezTo>
                    <a:pt x="6359" y="6344"/>
                    <a:pt x="6765" y="6189"/>
                    <a:pt x="7152" y="5923"/>
                  </a:cubicBezTo>
                  <a:close/>
                  <a:moveTo>
                    <a:pt x="7877" y="5923"/>
                  </a:moveTo>
                  <a:cubicBezTo>
                    <a:pt x="8242" y="6166"/>
                    <a:pt x="8644" y="6353"/>
                    <a:pt x="9128" y="6353"/>
                  </a:cubicBezTo>
                  <a:cubicBezTo>
                    <a:pt x="9271" y="6353"/>
                    <a:pt x="9420" y="6337"/>
                    <a:pt x="9578" y="6301"/>
                  </a:cubicBezTo>
                  <a:lnTo>
                    <a:pt x="9578" y="8160"/>
                  </a:lnTo>
                  <a:cubicBezTo>
                    <a:pt x="9547" y="9357"/>
                    <a:pt x="8885" y="10365"/>
                    <a:pt x="7877" y="10838"/>
                  </a:cubicBezTo>
                  <a:lnTo>
                    <a:pt x="7877" y="5923"/>
                  </a:lnTo>
                  <a:close/>
                  <a:moveTo>
                    <a:pt x="1009" y="0"/>
                  </a:moveTo>
                  <a:cubicBezTo>
                    <a:pt x="473" y="0"/>
                    <a:pt x="1" y="473"/>
                    <a:pt x="1" y="1040"/>
                  </a:cubicBezTo>
                  <a:lnTo>
                    <a:pt x="1" y="8601"/>
                  </a:lnTo>
                  <a:cubicBezTo>
                    <a:pt x="1" y="9136"/>
                    <a:pt x="473" y="9609"/>
                    <a:pt x="1009" y="9609"/>
                  </a:cubicBezTo>
                  <a:lnTo>
                    <a:pt x="5073" y="9609"/>
                  </a:lnTo>
                  <a:cubicBezTo>
                    <a:pt x="5199" y="9893"/>
                    <a:pt x="5357" y="10145"/>
                    <a:pt x="5514" y="10365"/>
                  </a:cubicBezTo>
                  <a:cubicBezTo>
                    <a:pt x="5987" y="10995"/>
                    <a:pt x="6617" y="11436"/>
                    <a:pt x="7404" y="11657"/>
                  </a:cubicBezTo>
                  <a:cubicBezTo>
                    <a:pt x="7446" y="11657"/>
                    <a:pt x="7488" y="11685"/>
                    <a:pt x="7530" y="11685"/>
                  </a:cubicBezTo>
                  <a:cubicBezTo>
                    <a:pt x="7551" y="11685"/>
                    <a:pt x="7572" y="11678"/>
                    <a:pt x="7593" y="11657"/>
                  </a:cubicBezTo>
                  <a:cubicBezTo>
                    <a:pt x="8350" y="11436"/>
                    <a:pt x="9011" y="10995"/>
                    <a:pt x="9484" y="10365"/>
                  </a:cubicBezTo>
                  <a:cubicBezTo>
                    <a:pt x="9641" y="10145"/>
                    <a:pt x="9799" y="9893"/>
                    <a:pt x="9925" y="9609"/>
                  </a:cubicBezTo>
                  <a:lnTo>
                    <a:pt x="10618" y="9609"/>
                  </a:lnTo>
                  <a:cubicBezTo>
                    <a:pt x="11185" y="9609"/>
                    <a:pt x="11658" y="9136"/>
                    <a:pt x="11658" y="8601"/>
                  </a:cubicBezTo>
                  <a:lnTo>
                    <a:pt x="11658" y="1040"/>
                  </a:lnTo>
                  <a:cubicBezTo>
                    <a:pt x="11658" y="473"/>
                    <a:pt x="11217" y="0"/>
                    <a:pt x="1061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Google Shape;343;p22"/>
            <p:cNvSpPr/>
            <p:nvPr/>
          </p:nvSpPr>
          <p:spPr>
            <a:xfrm>
              <a:off x="-3104575" y="2442800"/>
              <a:ext cx="18150" cy="17350"/>
            </a:xfrm>
            <a:custGeom>
              <a:avLst/>
              <a:gdLst/>
              <a:ahLst/>
              <a:cxnLst/>
              <a:rect l="l" t="t" r="r" b="b"/>
              <a:pathLst>
                <a:path w="726" h="694" extrusionOk="0">
                  <a:moveTo>
                    <a:pt x="348" y="1"/>
                  </a:moveTo>
                  <a:cubicBezTo>
                    <a:pt x="158" y="1"/>
                    <a:pt x="1" y="158"/>
                    <a:pt x="1" y="347"/>
                  </a:cubicBezTo>
                  <a:cubicBezTo>
                    <a:pt x="1" y="536"/>
                    <a:pt x="158" y="694"/>
                    <a:pt x="348" y="694"/>
                  </a:cubicBezTo>
                  <a:cubicBezTo>
                    <a:pt x="568" y="694"/>
                    <a:pt x="726" y="536"/>
                    <a:pt x="726" y="347"/>
                  </a:cubicBezTo>
                  <a:cubicBezTo>
                    <a:pt x="726" y="158"/>
                    <a:pt x="568" y="1"/>
                    <a:pt x="34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Google Shape;344;p22"/>
            <p:cNvSpPr/>
            <p:nvPr/>
          </p:nvSpPr>
          <p:spPr>
            <a:xfrm>
              <a:off x="-3069900" y="2442800"/>
              <a:ext cx="17350" cy="17350"/>
            </a:xfrm>
            <a:custGeom>
              <a:avLst/>
              <a:gdLst/>
              <a:ahLst/>
              <a:cxnLst/>
              <a:rect l="l" t="t" r="r" b="b"/>
              <a:pathLst>
                <a:path w="694" h="694" extrusionOk="0">
                  <a:moveTo>
                    <a:pt x="347" y="1"/>
                  </a:moveTo>
                  <a:cubicBezTo>
                    <a:pt x="158" y="1"/>
                    <a:pt x="0" y="158"/>
                    <a:pt x="0" y="347"/>
                  </a:cubicBezTo>
                  <a:cubicBezTo>
                    <a:pt x="0" y="536"/>
                    <a:pt x="158" y="694"/>
                    <a:pt x="347" y="694"/>
                  </a:cubicBezTo>
                  <a:cubicBezTo>
                    <a:pt x="536" y="694"/>
                    <a:pt x="693" y="536"/>
                    <a:pt x="693" y="347"/>
                  </a:cubicBezTo>
                  <a:cubicBezTo>
                    <a:pt x="693" y="158"/>
                    <a:pt x="536" y="1"/>
                    <a:pt x="34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Google Shape;345;p22"/>
            <p:cNvSpPr/>
            <p:nvPr/>
          </p:nvSpPr>
          <p:spPr>
            <a:xfrm>
              <a:off x="-3035250" y="2442800"/>
              <a:ext cx="17350" cy="17350"/>
            </a:xfrm>
            <a:custGeom>
              <a:avLst/>
              <a:gdLst/>
              <a:ahLst/>
              <a:cxnLst/>
              <a:rect l="l" t="t" r="r" b="b"/>
              <a:pathLst>
                <a:path w="694" h="694" extrusionOk="0">
                  <a:moveTo>
                    <a:pt x="347" y="1"/>
                  </a:moveTo>
                  <a:cubicBezTo>
                    <a:pt x="158" y="1"/>
                    <a:pt x="0" y="158"/>
                    <a:pt x="0" y="347"/>
                  </a:cubicBezTo>
                  <a:cubicBezTo>
                    <a:pt x="0" y="536"/>
                    <a:pt x="158" y="694"/>
                    <a:pt x="347" y="694"/>
                  </a:cubicBezTo>
                  <a:cubicBezTo>
                    <a:pt x="536" y="694"/>
                    <a:pt x="693" y="536"/>
                    <a:pt x="693" y="347"/>
                  </a:cubicBezTo>
                  <a:cubicBezTo>
                    <a:pt x="693" y="158"/>
                    <a:pt x="536" y="1"/>
                    <a:pt x="34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346;p22"/>
            <p:cNvSpPr/>
            <p:nvPr/>
          </p:nvSpPr>
          <p:spPr>
            <a:xfrm>
              <a:off x="-3002175" y="2442800"/>
              <a:ext cx="120525" cy="17350"/>
            </a:xfrm>
            <a:custGeom>
              <a:avLst/>
              <a:gdLst/>
              <a:ahLst/>
              <a:cxnLst/>
              <a:rect l="l" t="t" r="r" b="b"/>
              <a:pathLst>
                <a:path w="4821" h="694" extrusionOk="0">
                  <a:moveTo>
                    <a:pt x="347" y="1"/>
                  </a:moveTo>
                  <a:cubicBezTo>
                    <a:pt x="158" y="1"/>
                    <a:pt x="1" y="158"/>
                    <a:pt x="1" y="347"/>
                  </a:cubicBezTo>
                  <a:cubicBezTo>
                    <a:pt x="32" y="536"/>
                    <a:pt x="190" y="694"/>
                    <a:pt x="347" y="694"/>
                  </a:cubicBezTo>
                  <a:lnTo>
                    <a:pt x="4443" y="694"/>
                  </a:lnTo>
                  <a:cubicBezTo>
                    <a:pt x="4663" y="694"/>
                    <a:pt x="4821" y="536"/>
                    <a:pt x="4821" y="347"/>
                  </a:cubicBezTo>
                  <a:cubicBezTo>
                    <a:pt x="4821" y="158"/>
                    <a:pt x="4663" y="1"/>
                    <a:pt x="444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23"/>
          <p:cNvSpPr txBox="1">
            <a:spLocks noGrp="1"/>
          </p:cNvSpPr>
          <p:nvPr>
            <p:ph type="title"/>
          </p:nvPr>
        </p:nvSpPr>
        <p:spPr>
          <a:xfrm>
            <a:off x="3006825" y="166411"/>
            <a:ext cx="3293400" cy="522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en" dirty="0">
                <a:solidFill>
                  <a:schemeClr val="accent5"/>
                </a:solidFill>
                <a:latin typeface="Fira Sans Extra Condensed Black"/>
                <a:ea typeface="Fira Sans Extra Condensed Black"/>
                <a:cs typeface="Fira Sans Extra Condensed Black"/>
                <a:sym typeface="Fira Sans Extra Condensed Black"/>
              </a:rPr>
              <a:t>Results &amp; Discussion</a:t>
            </a:r>
            <a:endParaRPr dirty="0">
              <a:solidFill>
                <a:schemeClr val="accent5"/>
              </a:solidFill>
              <a:latin typeface="Fira Sans Extra Condensed Black"/>
              <a:ea typeface="Fira Sans Extra Condensed Black"/>
              <a:cs typeface="Fira Sans Extra Condensed Black"/>
              <a:sym typeface="Fira Sans Extra Condensed Black"/>
            </a:endParaRPr>
          </a:p>
        </p:txBody>
      </p:sp>
      <p:sp>
        <p:nvSpPr>
          <p:cNvPr id="352" name="Google Shape;352;p23"/>
          <p:cNvSpPr/>
          <p:nvPr/>
        </p:nvSpPr>
        <p:spPr>
          <a:xfrm rot="5400000">
            <a:off x="1729250" y="136691"/>
            <a:ext cx="361800" cy="29223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34300" tIns="17150" rIns="34300" bIns="171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353" name="Google Shape;353;p23"/>
          <p:cNvSpPr/>
          <p:nvPr/>
        </p:nvSpPr>
        <p:spPr>
          <a:xfrm rot="5400000">
            <a:off x="1620825" y="245000"/>
            <a:ext cx="341400" cy="26853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34300" tIns="17150" rIns="34300" bIns="171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354" name="Google Shape;354;p23"/>
          <p:cNvSpPr txBox="1"/>
          <p:nvPr/>
        </p:nvSpPr>
        <p:spPr>
          <a:xfrm>
            <a:off x="625097" y="1488200"/>
            <a:ext cx="1702800" cy="21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300" tIns="17150" rIns="34300" bIns="171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DziriBERT        94.08%</a:t>
            </a:r>
            <a:endParaRPr sz="1600"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355" name="Google Shape;355;p23"/>
          <p:cNvSpPr/>
          <p:nvPr/>
        </p:nvSpPr>
        <p:spPr>
          <a:xfrm rot="5400000">
            <a:off x="1729250" y="1315024"/>
            <a:ext cx="361800" cy="29223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34300" tIns="17150" rIns="34300" bIns="171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356" name="Google Shape;356;p23"/>
          <p:cNvSpPr/>
          <p:nvPr/>
        </p:nvSpPr>
        <p:spPr>
          <a:xfrm rot="5400000">
            <a:off x="927550" y="2117950"/>
            <a:ext cx="388800" cy="13458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34300" tIns="17150" rIns="34300" bIns="171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357" name="Google Shape;357;p23"/>
          <p:cNvSpPr txBox="1"/>
          <p:nvPr/>
        </p:nvSpPr>
        <p:spPr>
          <a:xfrm>
            <a:off x="203225" y="2667700"/>
            <a:ext cx="1767600" cy="34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300" tIns="17150" rIns="34300" bIns="171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ARBERT 86.00%</a:t>
            </a:r>
            <a:endParaRPr sz="1600"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358" name="Google Shape;358;p23"/>
          <p:cNvSpPr/>
          <p:nvPr/>
        </p:nvSpPr>
        <p:spPr>
          <a:xfrm rot="5400000">
            <a:off x="1729250" y="725563"/>
            <a:ext cx="361800" cy="29223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34300" tIns="17150" rIns="34300" bIns="171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359" name="Google Shape;359;p23"/>
          <p:cNvSpPr/>
          <p:nvPr/>
        </p:nvSpPr>
        <p:spPr>
          <a:xfrm rot="5400000">
            <a:off x="1260500" y="1195493"/>
            <a:ext cx="361800" cy="19848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34300" tIns="17150" rIns="34300" bIns="171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360" name="Google Shape;360;p23"/>
          <p:cNvSpPr txBox="1"/>
          <p:nvPr/>
        </p:nvSpPr>
        <p:spPr>
          <a:xfrm>
            <a:off x="626001" y="2075451"/>
            <a:ext cx="1533600" cy="1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300" tIns="17150" rIns="34300" bIns="171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MARBERT     91.67%</a:t>
            </a:r>
            <a:endParaRPr sz="1600"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361" name="Google Shape;361;p23"/>
          <p:cNvSpPr txBox="1"/>
          <p:nvPr/>
        </p:nvSpPr>
        <p:spPr>
          <a:xfrm>
            <a:off x="1731375" y="755875"/>
            <a:ext cx="6550200" cy="52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The results obtained after fine-tuning our dataset with different Arabic pre-trained model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2" name="Google Shape;362;p23"/>
          <p:cNvSpPr/>
          <p:nvPr/>
        </p:nvSpPr>
        <p:spPr>
          <a:xfrm>
            <a:off x="625999" y="3212904"/>
            <a:ext cx="655783" cy="654214"/>
          </a:xfrm>
          <a:custGeom>
            <a:avLst/>
            <a:gdLst/>
            <a:ahLst/>
            <a:cxnLst/>
            <a:rect l="l" t="t" r="r" b="b"/>
            <a:pathLst>
              <a:path w="27998" h="27931" extrusionOk="0">
                <a:moveTo>
                  <a:pt x="14024" y="1"/>
                </a:moveTo>
                <a:cubicBezTo>
                  <a:pt x="6283" y="1"/>
                  <a:pt x="0" y="6217"/>
                  <a:pt x="0" y="13974"/>
                </a:cubicBezTo>
                <a:cubicBezTo>
                  <a:pt x="0" y="21648"/>
                  <a:pt x="6283" y="27931"/>
                  <a:pt x="14024" y="27931"/>
                </a:cubicBezTo>
                <a:cubicBezTo>
                  <a:pt x="21714" y="27931"/>
                  <a:pt x="27997" y="21648"/>
                  <a:pt x="27997" y="13974"/>
                </a:cubicBezTo>
                <a:cubicBezTo>
                  <a:pt x="27997" y="6217"/>
                  <a:pt x="21714" y="1"/>
                  <a:pt x="14024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3" name="Google Shape;363;p23"/>
          <p:cNvSpPr/>
          <p:nvPr/>
        </p:nvSpPr>
        <p:spPr>
          <a:xfrm>
            <a:off x="4061086" y="3212891"/>
            <a:ext cx="655783" cy="654214"/>
          </a:xfrm>
          <a:custGeom>
            <a:avLst/>
            <a:gdLst/>
            <a:ahLst/>
            <a:cxnLst/>
            <a:rect l="l" t="t" r="r" b="b"/>
            <a:pathLst>
              <a:path w="27998" h="27931" extrusionOk="0">
                <a:moveTo>
                  <a:pt x="14024" y="1"/>
                </a:moveTo>
                <a:cubicBezTo>
                  <a:pt x="6283" y="1"/>
                  <a:pt x="0" y="6217"/>
                  <a:pt x="0" y="13974"/>
                </a:cubicBezTo>
                <a:cubicBezTo>
                  <a:pt x="0" y="21648"/>
                  <a:pt x="6283" y="27931"/>
                  <a:pt x="14024" y="27931"/>
                </a:cubicBezTo>
                <a:cubicBezTo>
                  <a:pt x="21714" y="27931"/>
                  <a:pt x="27997" y="21648"/>
                  <a:pt x="27997" y="13974"/>
                </a:cubicBezTo>
                <a:cubicBezTo>
                  <a:pt x="27997" y="6217"/>
                  <a:pt x="21714" y="1"/>
                  <a:pt x="14024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4" name="Google Shape;364;p23"/>
          <p:cNvSpPr/>
          <p:nvPr/>
        </p:nvSpPr>
        <p:spPr>
          <a:xfrm>
            <a:off x="7725661" y="3318091"/>
            <a:ext cx="655783" cy="654214"/>
          </a:xfrm>
          <a:custGeom>
            <a:avLst/>
            <a:gdLst/>
            <a:ahLst/>
            <a:cxnLst/>
            <a:rect l="l" t="t" r="r" b="b"/>
            <a:pathLst>
              <a:path w="27998" h="27931" extrusionOk="0">
                <a:moveTo>
                  <a:pt x="14024" y="1"/>
                </a:moveTo>
                <a:cubicBezTo>
                  <a:pt x="6283" y="1"/>
                  <a:pt x="0" y="6217"/>
                  <a:pt x="0" y="13974"/>
                </a:cubicBezTo>
                <a:cubicBezTo>
                  <a:pt x="0" y="21648"/>
                  <a:pt x="6283" y="27931"/>
                  <a:pt x="14024" y="27931"/>
                </a:cubicBezTo>
                <a:cubicBezTo>
                  <a:pt x="21714" y="27931"/>
                  <a:pt x="27997" y="21648"/>
                  <a:pt x="27997" y="13974"/>
                </a:cubicBezTo>
                <a:cubicBezTo>
                  <a:pt x="27997" y="6217"/>
                  <a:pt x="21714" y="1"/>
                  <a:pt x="14024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65" name="Google Shape;365;p23"/>
          <p:cNvGrpSpPr/>
          <p:nvPr/>
        </p:nvGrpSpPr>
        <p:grpSpPr>
          <a:xfrm>
            <a:off x="4206089" y="3356795"/>
            <a:ext cx="365770" cy="365749"/>
            <a:chOff x="-1333200" y="2770450"/>
            <a:chExt cx="291450" cy="292225"/>
          </a:xfrm>
        </p:grpSpPr>
        <p:sp>
          <p:nvSpPr>
            <p:cNvPr id="366" name="Google Shape;366;p23"/>
            <p:cNvSpPr/>
            <p:nvPr/>
          </p:nvSpPr>
          <p:spPr>
            <a:xfrm>
              <a:off x="-1299325" y="2808250"/>
              <a:ext cx="222925" cy="134725"/>
            </a:xfrm>
            <a:custGeom>
              <a:avLst/>
              <a:gdLst/>
              <a:ahLst/>
              <a:cxnLst/>
              <a:rect l="l" t="t" r="r" b="b"/>
              <a:pathLst>
                <a:path w="8917" h="5389" extrusionOk="0">
                  <a:moveTo>
                    <a:pt x="7877" y="631"/>
                  </a:moveTo>
                  <a:cubicBezTo>
                    <a:pt x="8066" y="631"/>
                    <a:pt x="8223" y="789"/>
                    <a:pt x="8223" y="978"/>
                  </a:cubicBezTo>
                  <a:cubicBezTo>
                    <a:pt x="8223" y="1167"/>
                    <a:pt x="8066" y="1324"/>
                    <a:pt x="7877" y="1324"/>
                  </a:cubicBezTo>
                  <a:cubicBezTo>
                    <a:pt x="7656" y="1324"/>
                    <a:pt x="7498" y="1167"/>
                    <a:pt x="7498" y="978"/>
                  </a:cubicBezTo>
                  <a:cubicBezTo>
                    <a:pt x="7498" y="789"/>
                    <a:pt x="7656" y="631"/>
                    <a:pt x="7877" y="631"/>
                  </a:cubicBezTo>
                  <a:close/>
                  <a:moveTo>
                    <a:pt x="3056" y="1293"/>
                  </a:moveTo>
                  <a:cubicBezTo>
                    <a:pt x="3245" y="1293"/>
                    <a:pt x="3403" y="1450"/>
                    <a:pt x="3403" y="1639"/>
                  </a:cubicBezTo>
                  <a:cubicBezTo>
                    <a:pt x="3403" y="1828"/>
                    <a:pt x="3245" y="1986"/>
                    <a:pt x="3056" y="1986"/>
                  </a:cubicBezTo>
                  <a:cubicBezTo>
                    <a:pt x="2867" y="1986"/>
                    <a:pt x="2710" y="1828"/>
                    <a:pt x="2710" y="1639"/>
                  </a:cubicBezTo>
                  <a:cubicBezTo>
                    <a:pt x="2741" y="1450"/>
                    <a:pt x="2899" y="1293"/>
                    <a:pt x="3056" y="1293"/>
                  </a:cubicBezTo>
                  <a:close/>
                  <a:moveTo>
                    <a:pt x="5797" y="3340"/>
                  </a:moveTo>
                  <a:cubicBezTo>
                    <a:pt x="6018" y="3340"/>
                    <a:pt x="6175" y="3498"/>
                    <a:pt x="6175" y="3687"/>
                  </a:cubicBezTo>
                  <a:cubicBezTo>
                    <a:pt x="6175" y="3876"/>
                    <a:pt x="6018" y="4034"/>
                    <a:pt x="5797" y="4034"/>
                  </a:cubicBezTo>
                  <a:cubicBezTo>
                    <a:pt x="5608" y="4034"/>
                    <a:pt x="5451" y="3876"/>
                    <a:pt x="5451" y="3687"/>
                  </a:cubicBezTo>
                  <a:cubicBezTo>
                    <a:pt x="5451" y="3498"/>
                    <a:pt x="5608" y="3340"/>
                    <a:pt x="5797" y="3340"/>
                  </a:cubicBezTo>
                  <a:close/>
                  <a:moveTo>
                    <a:pt x="1008" y="4034"/>
                  </a:moveTo>
                  <a:cubicBezTo>
                    <a:pt x="1198" y="4034"/>
                    <a:pt x="1355" y="4191"/>
                    <a:pt x="1355" y="4412"/>
                  </a:cubicBezTo>
                  <a:cubicBezTo>
                    <a:pt x="1355" y="4601"/>
                    <a:pt x="1198" y="4758"/>
                    <a:pt x="1008" y="4758"/>
                  </a:cubicBezTo>
                  <a:cubicBezTo>
                    <a:pt x="819" y="4758"/>
                    <a:pt x="662" y="4601"/>
                    <a:pt x="662" y="4412"/>
                  </a:cubicBezTo>
                  <a:cubicBezTo>
                    <a:pt x="662" y="4191"/>
                    <a:pt x="819" y="4034"/>
                    <a:pt x="1008" y="4034"/>
                  </a:cubicBezTo>
                  <a:close/>
                  <a:moveTo>
                    <a:pt x="7908" y="1"/>
                  </a:moveTo>
                  <a:cubicBezTo>
                    <a:pt x="7341" y="1"/>
                    <a:pt x="6868" y="474"/>
                    <a:pt x="6868" y="1009"/>
                  </a:cubicBezTo>
                  <a:cubicBezTo>
                    <a:pt x="6868" y="1198"/>
                    <a:pt x="6963" y="1419"/>
                    <a:pt x="7026" y="1576"/>
                  </a:cubicBezTo>
                  <a:lnTo>
                    <a:pt x="6112" y="2742"/>
                  </a:lnTo>
                  <a:cubicBezTo>
                    <a:pt x="6032" y="2722"/>
                    <a:pt x="5943" y="2711"/>
                    <a:pt x="5850" y="2711"/>
                  </a:cubicBezTo>
                  <a:cubicBezTo>
                    <a:pt x="5650" y="2711"/>
                    <a:pt x="5434" y="2760"/>
                    <a:pt x="5262" y="2868"/>
                  </a:cubicBezTo>
                  <a:lnTo>
                    <a:pt x="4096" y="1954"/>
                  </a:lnTo>
                  <a:cubicBezTo>
                    <a:pt x="4127" y="1891"/>
                    <a:pt x="4127" y="1765"/>
                    <a:pt x="4127" y="1639"/>
                  </a:cubicBezTo>
                  <a:cubicBezTo>
                    <a:pt x="4127" y="1104"/>
                    <a:pt x="3655" y="631"/>
                    <a:pt x="3088" y="631"/>
                  </a:cubicBezTo>
                  <a:cubicBezTo>
                    <a:pt x="2552" y="631"/>
                    <a:pt x="2080" y="1104"/>
                    <a:pt x="2080" y="1639"/>
                  </a:cubicBezTo>
                  <a:cubicBezTo>
                    <a:pt x="2080" y="1828"/>
                    <a:pt x="2143" y="2049"/>
                    <a:pt x="2237" y="2206"/>
                  </a:cubicBezTo>
                  <a:lnTo>
                    <a:pt x="1324" y="3372"/>
                  </a:lnTo>
                  <a:cubicBezTo>
                    <a:pt x="1261" y="3340"/>
                    <a:pt x="1134" y="3340"/>
                    <a:pt x="1008" y="3340"/>
                  </a:cubicBezTo>
                  <a:cubicBezTo>
                    <a:pt x="441" y="3340"/>
                    <a:pt x="0" y="3813"/>
                    <a:pt x="0" y="4349"/>
                  </a:cubicBezTo>
                  <a:cubicBezTo>
                    <a:pt x="0" y="4947"/>
                    <a:pt x="441" y="5388"/>
                    <a:pt x="1008" y="5388"/>
                  </a:cubicBezTo>
                  <a:cubicBezTo>
                    <a:pt x="1576" y="5388"/>
                    <a:pt x="2017" y="4916"/>
                    <a:pt x="2017" y="4349"/>
                  </a:cubicBezTo>
                  <a:cubicBezTo>
                    <a:pt x="2017" y="4160"/>
                    <a:pt x="1954" y="3971"/>
                    <a:pt x="1859" y="3813"/>
                  </a:cubicBezTo>
                  <a:lnTo>
                    <a:pt x="2773" y="2616"/>
                  </a:lnTo>
                  <a:cubicBezTo>
                    <a:pt x="2875" y="2650"/>
                    <a:pt x="2980" y="2667"/>
                    <a:pt x="3087" y="2667"/>
                  </a:cubicBezTo>
                  <a:cubicBezTo>
                    <a:pt x="3278" y="2667"/>
                    <a:pt x="3473" y="2611"/>
                    <a:pt x="3655" y="2490"/>
                  </a:cubicBezTo>
                  <a:lnTo>
                    <a:pt x="4821" y="3403"/>
                  </a:lnTo>
                  <a:cubicBezTo>
                    <a:pt x="4789" y="3498"/>
                    <a:pt x="4789" y="3624"/>
                    <a:pt x="4789" y="3719"/>
                  </a:cubicBezTo>
                  <a:cubicBezTo>
                    <a:pt x="4789" y="4286"/>
                    <a:pt x="5262" y="4758"/>
                    <a:pt x="5797" y="4758"/>
                  </a:cubicBezTo>
                  <a:cubicBezTo>
                    <a:pt x="6364" y="4758"/>
                    <a:pt x="6837" y="4286"/>
                    <a:pt x="6837" y="3719"/>
                  </a:cubicBezTo>
                  <a:cubicBezTo>
                    <a:pt x="6837" y="3529"/>
                    <a:pt x="6742" y="3340"/>
                    <a:pt x="6679" y="3183"/>
                  </a:cubicBezTo>
                  <a:lnTo>
                    <a:pt x="7593" y="1986"/>
                  </a:lnTo>
                  <a:cubicBezTo>
                    <a:pt x="7656" y="2049"/>
                    <a:pt x="7782" y="2049"/>
                    <a:pt x="7908" y="2049"/>
                  </a:cubicBezTo>
                  <a:cubicBezTo>
                    <a:pt x="8444" y="2049"/>
                    <a:pt x="8916" y="1576"/>
                    <a:pt x="8916" y="1009"/>
                  </a:cubicBezTo>
                  <a:cubicBezTo>
                    <a:pt x="8916" y="474"/>
                    <a:pt x="8444" y="1"/>
                    <a:pt x="790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Google Shape;367;p23"/>
            <p:cNvSpPr/>
            <p:nvPr/>
          </p:nvSpPr>
          <p:spPr>
            <a:xfrm>
              <a:off x="-1333200" y="2770450"/>
              <a:ext cx="291450" cy="292225"/>
            </a:xfrm>
            <a:custGeom>
              <a:avLst/>
              <a:gdLst/>
              <a:ahLst/>
              <a:cxnLst/>
              <a:rect l="l" t="t" r="r" b="b"/>
              <a:pathLst>
                <a:path w="11658" h="11689" extrusionOk="0">
                  <a:moveTo>
                    <a:pt x="10586" y="725"/>
                  </a:moveTo>
                  <a:cubicBezTo>
                    <a:pt x="10807" y="725"/>
                    <a:pt x="10964" y="883"/>
                    <a:pt x="10964" y="1072"/>
                  </a:cubicBezTo>
                  <a:lnTo>
                    <a:pt x="10964" y="7593"/>
                  </a:lnTo>
                  <a:lnTo>
                    <a:pt x="631" y="7593"/>
                  </a:lnTo>
                  <a:lnTo>
                    <a:pt x="631" y="1072"/>
                  </a:lnTo>
                  <a:cubicBezTo>
                    <a:pt x="662" y="883"/>
                    <a:pt x="820" y="725"/>
                    <a:pt x="977" y="725"/>
                  </a:cubicBezTo>
                  <a:close/>
                  <a:moveTo>
                    <a:pt x="10996" y="8286"/>
                  </a:moveTo>
                  <a:lnTo>
                    <a:pt x="10996" y="8633"/>
                  </a:lnTo>
                  <a:cubicBezTo>
                    <a:pt x="10996" y="8822"/>
                    <a:pt x="10838" y="8980"/>
                    <a:pt x="10618" y="8980"/>
                  </a:cubicBezTo>
                  <a:lnTo>
                    <a:pt x="1009" y="8980"/>
                  </a:lnTo>
                  <a:cubicBezTo>
                    <a:pt x="820" y="8980"/>
                    <a:pt x="662" y="8822"/>
                    <a:pt x="662" y="8633"/>
                  </a:cubicBezTo>
                  <a:lnTo>
                    <a:pt x="662" y="8286"/>
                  </a:lnTo>
                  <a:close/>
                  <a:moveTo>
                    <a:pt x="6617" y="9641"/>
                  </a:moveTo>
                  <a:lnTo>
                    <a:pt x="6932" y="11027"/>
                  </a:lnTo>
                  <a:lnTo>
                    <a:pt x="4632" y="11027"/>
                  </a:lnTo>
                  <a:lnTo>
                    <a:pt x="4947" y="9641"/>
                  </a:lnTo>
                  <a:close/>
                  <a:moveTo>
                    <a:pt x="1009" y="1"/>
                  </a:moveTo>
                  <a:cubicBezTo>
                    <a:pt x="473" y="1"/>
                    <a:pt x="1" y="473"/>
                    <a:pt x="1" y="1040"/>
                  </a:cubicBezTo>
                  <a:lnTo>
                    <a:pt x="1" y="8570"/>
                  </a:lnTo>
                  <a:cubicBezTo>
                    <a:pt x="1" y="9137"/>
                    <a:pt x="473" y="9610"/>
                    <a:pt x="1009" y="9610"/>
                  </a:cubicBezTo>
                  <a:lnTo>
                    <a:pt x="4285" y="9610"/>
                  </a:lnTo>
                  <a:lnTo>
                    <a:pt x="3970" y="10996"/>
                  </a:lnTo>
                  <a:lnTo>
                    <a:pt x="3057" y="10996"/>
                  </a:lnTo>
                  <a:cubicBezTo>
                    <a:pt x="2868" y="10996"/>
                    <a:pt x="2710" y="11153"/>
                    <a:pt x="2710" y="11342"/>
                  </a:cubicBezTo>
                  <a:cubicBezTo>
                    <a:pt x="2710" y="11531"/>
                    <a:pt x="2868" y="11689"/>
                    <a:pt x="3057" y="11689"/>
                  </a:cubicBezTo>
                  <a:lnTo>
                    <a:pt x="8538" y="11689"/>
                  </a:lnTo>
                  <a:cubicBezTo>
                    <a:pt x="8727" y="11689"/>
                    <a:pt x="8885" y="11531"/>
                    <a:pt x="8885" y="11342"/>
                  </a:cubicBezTo>
                  <a:cubicBezTo>
                    <a:pt x="8885" y="11153"/>
                    <a:pt x="8727" y="10996"/>
                    <a:pt x="8538" y="10996"/>
                  </a:cubicBezTo>
                  <a:lnTo>
                    <a:pt x="7625" y="10996"/>
                  </a:lnTo>
                  <a:lnTo>
                    <a:pt x="7310" y="9610"/>
                  </a:lnTo>
                  <a:lnTo>
                    <a:pt x="10618" y="9610"/>
                  </a:lnTo>
                  <a:cubicBezTo>
                    <a:pt x="11185" y="9610"/>
                    <a:pt x="11657" y="9137"/>
                    <a:pt x="11657" y="8570"/>
                  </a:cubicBezTo>
                  <a:lnTo>
                    <a:pt x="11657" y="1040"/>
                  </a:lnTo>
                  <a:cubicBezTo>
                    <a:pt x="11657" y="473"/>
                    <a:pt x="11185" y="1"/>
                    <a:pt x="1061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aphicFrame>
        <p:nvGraphicFramePr>
          <p:cNvPr id="368" name="Google Shape;368;p23"/>
          <p:cNvGraphicFramePr/>
          <p:nvPr>
            <p:extLst>
              <p:ext uri="{D42A27DB-BD31-4B8C-83A1-F6EECF244321}">
                <p14:modId xmlns:p14="http://schemas.microsoft.com/office/powerpoint/2010/main" val="1404951819"/>
              </p:ext>
            </p:extLst>
          </p:nvPr>
        </p:nvGraphicFramePr>
        <p:xfrm>
          <a:off x="3617075" y="1417940"/>
          <a:ext cx="5266075" cy="1584840"/>
        </p:xfrm>
        <a:graphic>
          <a:graphicData uri="http://schemas.openxmlformats.org/drawingml/2006/table">
            <a:tbl>
              <a:tblPr>
                <a:noFill/>
                <a:tableStyleId>{628FDE93-0C28-4FC6-A60D-DB6B3FC97A3E}</a:tableStyleId>
              </a:tblPr>
              <a:tblGrid>
                <a:gridCol w="11793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6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97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976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7243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Models</a:t>
                      </a:r>
                      <a:endParaRPr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Accuracy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Precision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Rappel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F1-score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ARBERT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86.00%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85.95%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86.00%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85.93%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MARTBERT</a:t>
                      </a:r>
                      <a:endParaRPr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91.67%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91.77%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91.67%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91.68%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DziriBERT</a:t>
                      </a:r>
                      <a:endParaRPr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94.08%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94.07%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94.08%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94.07%</a:t>
                      </a:r>
                      <a:endParaRPr dirty="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369" name="Google Shape;369;p23"/>
          <p:cNvGrpSpPr/>
          <p:nvPr/>
        </p:nvGrpSpPr>
        <p:grpSpPr>
          <a:xfrm>
            <a:off x="7884101" y="3461995"/>
            <a:ext cx="365770" cy="365749"/>
            <a:chOff x="-1333200" y="2770450"/>
            <a:chExt cx="291450" cy="292225"/>
          </a:xfrm>
        </p:grpSpPr>
        <p:sp>
          <p:nvSpPr>
            <p:cNvPr id="370" name="Google Shape;370;p23"/>
            <p:cNvSpPr/>
            <p:nvPr/>
          </p:nvSpPr>
          <p:spPr>
            <a:xfrm>
              <a:off x="-1299325" y="2808250"/>
              <a:ext cx="222925" cy="134725"/>
            </a:xfrm>
            <a:custGeom>
              <a:avLst/>
              <a:gdLst/>
              <a:ahLst/>
              <a:cxnLst/>
              <a:rect l="l" t="t" r="r" b="b"/>
              <a:pathLst>
                <a:path w="8917" h="5389" extrusionOk="0">
                  <a:moveTo>
                    <a:pt x="7877" y="631"/>
                  </a:moveTo>
                  <a:cubicBezTo>
                    <a:pt x="8066" y="631"/>
                    <a:pt x="8223" y="789"/>
                    <a:pt x="8223" y="978"/>
                  </a:cubicBezTo>
                  <a:cubicBezTo>
                    <a:pt x="8223" y="1167"/>
                    <a:pt x="8066" y="1324"/>
                    <a:pt x="7877" y="1324"/>
                  </a:cubicBezTo>
                  <a:cubicBezTo>
                    <a:pt x="7656" y="1324"/>
                    <a:pt x="7498" y="1167"/>
                    <a:pt x="7498" y="978"/>
                  </a:cubicBezTo>
                  <a:cubicBezTo>
                    <a:pt x="7498" y="789"/>
                    <a:pt x="7656" y="631"/>
                    <a:pt x="7877" y="631"/>
                  </a:cubicBezTo>
                  <a:close/>
                  <a:moveTo>
                    <a:pt x="3056" y="1293"/>
                  </a:moveTo>
                  <a:cubicBezTo>
                    <a:pt x="3245" y="1293"/>
                    <a:pt x="3403" y="1450"/>
                    <a:pt x="3403" y="1639"/>
                  </a:cubicBezTo>
                  <a:cubicBezTo>
                    <a:pt x="3403" y="1828"/>
                    <a:pt x="3245" y="1986"/>
                    <a:pt x="3056" y="1986"/>
                  </a:cubicBezTo>
                  <a:cubicBezTo>
                    <a:pt x="2867" y="1986"/>
                    <a:pt x="2710" y="1828"/>
                    <a:pt x="2710" y="1639"/>
                  </a:cubicBezTo>
                  <a:cubicBezTo>
                    <a:pt x="2741" y="1450"/>
                    <a:pt x="2899" y="1293"/>
                    <a:pt x="3056" y="1293"/>
                  </a:cubicBezTo>
                  <a:close/>
                  <a:moveTo>
                    <a:pt x="5797" y="3340"/>
                  </a:moveTo>
                  <a:cubicBezTo>
                    <a:pt x="6018" y="3340"/>
                    <a:pt x="6175" y="3498"/>
                    <a:pt x="6175" y="3687"/>
                  </a:cubicBezTo>
                  <a:cubicBezTo>
                    <a:pt x="6175" y="3876"/>
                    <a:pt x="6018" y="4034"/>
                    <a:pt x="5797" y="4034"/>
                  </a:cubicBezTo>
                  <a:cubicBezTo>
                    <a:pt x="5608" y="4034"/>
                    <a:pt x="5451" y="3876"/>
                    <a:pt x="5451" y="3687"/>
                  </a:cubicBezTo>
                  <a:cubicBezTo>
                    <a:pt x="5451" y="3498"/>
                    <a:pt x="5608" y="3340"/>
                    <a:pt x="5797" y="3340"/>
                  </a:cubicBezTo>
                  <a:close/>
                  <a:moveTo>
                    <a:pt x="1008" y="4034"/>
                  </a:moveTo>
                  <a:cubicBezTo>
                    <a:pt x="1198" y="4034"/>
                    <a:pt x="1355" y="4191"/>
                    <a:pt x="1355" y="4412"/>
                  </a:cubicBezTo>
                  <a:cubicBezTo>
                    <a:pt x="1355" y="4601"/>
                    <a:pt x="1198" y="4758"/>
                    <a:pt x="1008" y="4758"/>
                  </a:cubicBezTo>
                  <a:cubicBezTo>
                    <a:pt x="819" y="4758"/>
                    <a:pt x="662" y="4601"/>
                    <a:pt x="662" y="4412"/>
                  </a:cubicBezTo>
                  <a:cubicBezTo>
                    <a:pt x="662" y="4191"/>
                    <a:pt x="819" y="4034"/>
                    <a:pt x="1008" y="4034"/>
                  </a:cubicBezTo>
                  <a:close/>
                  <a:moveTo>
                    <a:pt x="7908" y="1"/>
                  </a:moveTo>
                  <a:cubicBezTo>
                    <a:pt x="7341" y="1"/>
                    <a:pt x="6868" y="474"/>
                    <a:pt x="6868" y="1009"/>
                  </a:cubicBezTo>
                  <a:cubicBezTo>
                    <a:pt x="6868" y="1198"/>
                    <a:pt x="6963" y="1419"/>
                    <a:pt x="7026" y="1576"/>
                  </a:cubicBezTo>
                  <a:lnTo>
                    <a:pt x="6112" y="2742"/>
                  </a:lnTo>
                  <a:cubicBezTo>
                    <a:pt x="6032" y="2722"/>
                    <a:pt x="5943" y="2711"/>
                    <a:pt x="5850" y="2711"/>
                  </a:cubicBezTo>
                  <a:cubicBezTo>
                    <a:pt x="5650" y="2711"/>
                    <a:pt x="5434" y="2760"/>
                    <a:pt x="5262" y="2868"/>
                  </a:cubicBezTo>
                  <a:lnTo>
                    <a:pt x="4096" y="1954"/>
                  </a:lnTo>
                  <a:cubicBezTo>
                    <a:pt x="4127" y="1891"/>
                    <a:pt x="4127" y="1765"/>
                    <a:pt x="4127" y="1639"/>
                  </a:cubicBezTo>
                  <a:cubicBezTo>
                    <a:pt x="4127" y="1104"/>
                    <a:pt x="3655" y="631"/>
                    <a:pt x="3088" y="631"/>
                  </a:cubicBezTo>
                  <a:cubicBezTo>
                    <a:pt x="2552" y="631"/>
                    <a:pt x="2080" y="1104"/>
                    <a:pt x="2080" y="1639"/>
                  </a:cubicBezTo>
                  <a:cubicBezTo>
                    <a:pt x="2080" y="1828"/>
                    <a:pt x="2143" y="2049"/>
                    <a:pt x="2237" y="2206"/>
                  </a:cubicBezTo>
                  <a:lnTo>
                    <a:pt x="1324" y="3372"/>
                  </a:lnTo>
                  <a:cubicBezTo>
                    <a:pt x="1261" y="3340"/>
                    <a:pt x="1134" y="3340"/>
                    <a:pt x="1008" y="3340"/>
                  </a:cubicBezTo>
                  <a:cubicBezTo>
                    <a:pt x="441" y="3340"/>
                    <a:pt x="0" y="3813"/>
                    <a:pt x="0" y="4349"/>
                  </a:cubicBezTo>
                  <a:cubicBezTo>
                    <a:pt x="0" y="4947"/>
                    <a:pt x="441" y="5388"/>
                    <a:pt x="1008" y="5388"/>
                  </a:cubicBezTo>
                  <a:cubicBezTo>
                    <a:pt x="1576" y="5388"/>
                    <a:pt x="2017" y="4916"/>
                    <a:pt x="2017" y="4349"/>
                  </a:cubicBezTo>
                  <a:cubicBezTo>
                    <a:pt x="2017" y="4160"/>
                    <a:pt x="1954" y="3971"/>
                    <a:pt x="1859" y="3813"/>
                  </a:cubicBezTo>
                  <a:lnTo>
                    <a:pt x="2773" y="2616"/>
                  </a:lnTo>
                  <a:cubicBezTo>
                    <a:pt x="2875" y="2650"/>
                    <a:pt x="2980" y="2667"/>
                    <a:pt x="3087" y="2667"/>
                  </a:cubicBezTo>
                  <a:cubicBezTo>
                    <a:pt x="3278" y="2667"/>
                    <a:pt x="3473" y="2611"/>
                    <a:pt x="3655" y="2490"/>
                  </a:cubicBezTo>
                  <a:lnTo>
                    <a:pt x="4821" y="3403"/>
                  </a:lnTo>
                  <a:cubicBezTo>
                    <a:pt x="4789" y="3498"/>
                    <a:pt x="4789" y="3624"/>
                    <a:pt x="4789" y="3719"/>
                  </a:cubicBezTo>
                  <a:cubicBezTo>
                    <a:pt x="4789" y="4286"/>
                    <a:pt x="5262" y="4758"/>
                    <a:pt x="5797" y="4758"/>
                  </a:cubicBezTo>
                  <a:cubicBezTo>
                    <a:pt x="6364" y="4758"/>
                    <a:pt x="6837" y="4286"/>
                    <a:pt x="6837" y="3719"/>
                  </a:cubicBezTo>
                  <a:cubicBezTo>
                    <a:pt x="6837" y="3529"/>
                    <a:pt x="6742" y="3340"/>
                    <a:pt x="6679" y="3183"/>
                  </a:cubicBezTo>
                  <a:lnTo>
                    <a:pt x="7593" y="1986"/>
                  </a:lnTo>
                  <a:cubicBezTo>
                    <a:pt x="7656" y="2049"/>
                    <a:pt x="7782" y="2049"/>
                    <a:pt x="7908" y="2049"/>
                  </a:cubicBezTo>
                  <a:cubicBezTo>
                    <a:pt x="8444" y="2049"/>
                    <a:pt x="8916" y="1576"/>
                    <a:pt x="8916" y="1009"/>
                  </a:cubicBezTo>
                  <a:cubicBezTo>
                    <a:pt x="8916" y="474"/>
                    <a:pt x="8444" y="1"/>
                    <a:pt x="790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Google Shape;371;p23"/>
            <p:cNvSpPr/>
            <p:nvPr/>
          </p:nvSpPr>
          <p:spPr>
            <a:xfrm>
              <a:off x="-1333200" y="2770450"/>
              <a:ext cx="291450" cy="292225"/>
            </a:xfrm>
            <a:custGeom>
              <a:avLst/>
              <a:gdLst/>
              <a:ahLst/>
              <a:cxnLst/>
              <a:rect l="l" t="t" r="r" b="b"/>
              <a:pathLst>
                <a:path w="11658" h="11689" extrusionOk="0">
                  <a:moveTo>
                    <a:pt x="10586" y="725"/>
                  </a:moveTo>
                  <a:cubicBezTo>
                    <a:pt x="10807" y="725"/>
                    <a:pt x="10964" y="883"/>
                    <a:pt x="10964" y="1072"/>
                  </a:cubicBezTo>
                  <a:lnTo>
                    <a:pt x="10964" y="7593"/>
                  </a:lnTo>
                  <a:lnTo>
                    <a:pt x="631" y="7593"/>
                  </a:lnTo>
                  <a:lnTo>
                    <a:pt x="631" y="1072"/>
                  </a:lnTo>
                  <a:cubicBezTo>
                    <a:pt x="662" y="883"/>
                    <a:pt x="820" y="725"/>
                    <a:pt x="977" y="725"/>
                  </a:cubicBezTo>
                  <a:close/>
                  <a:moveTo>
                    <a:pt x="10996" y="8286"/>
                  </a:moveTo>
                  <a:lnTo>
                    <a:pt x="10996" y="8633"/>
                  </a:lnTo>
                  <a:cubicBezTo>
                    <a:pt x="10996" y="8822"/>
                    <a:pt x="10838" y="8980"/>
                    <a:pt x="10618" y="8980"/>
                  </a:cubicBezTo>
                  <a:lnTo>
                    <a:pt x="1009" y="8980"/>
                  </a:lnTo>
                  <a:cubicBezTo>
                    <a:pt x="820" y="8980"/>
                    <a:pt x="662" y="8822"/>
                    <a:pt x="662" y="8633"/>
                  </a:cubicBezTo>
                  <a:lnTo>
                    <a:pt x="662" y="8286"/>
                  </a:lnTo>
                  <a:close/>
                  <a:moveTo>
                    <a:pt x="6617" y="9641"/>
                  </a:moveTo>
                  <a:lnTo>
                    <a:pt x="6932" y="11027"/>
                  </a:lnTo>
                  <a:lnTo>
                    <a:pt x="4632" y="11027"/>
                  </a:lnTo>
                  <a:lnTo>
                    <a:pt x="4947" y="9641"/>
                  </a:lnTo>
                  <a:close/>
                  <a:moveTo>
                    <a:pt x="1009" y="1"/>
                  </a:moveTo>
                  <a:cubicBezTo>
                    <a:pt x="473" y="1"/>
                    <a:pt x="1" y="473"/>
                    <a:pt x="1" y="1040"/>
                  </a:cubicBezTo>
                  <a:lnTo>
                    <a:pt x="1" y="8570"/>
                  </a:lnTo>
                  <a:cubicBezTo>
                    <a:pt x="1" y="9137"/>
                    <a:pt x="473" y="9610"/>
                    <a:pt x="1009" y="9610"/>
                  </a:cubicBezTo>
                  <a:lnTo>
                    <a:pt x="4285" y="9610"/>
                  </a:lnTo>
                  <a:lnTo>
                    <a:pt x="3970" y="10996"/>
                  </a:lnTo>
                  <a:lnTo>
                    <a:pt x="3057" y="10996"/>
                  </a:lnTo>
                  <a:cubicBezTo>
                    <a:pt x="2868" y="10996"/>
                    <a:pt x="2710" y="11153"/>
                    <a:pt x="2710" y="11342"/>
                  </a:cubicBezTo>
                  <a:cubicBezTo>
                    <a:pt x="2710" y="11531"/>
                    <a:pt x="2868" y="11689"/>
                    <a:pt x="3057" y="11689"/>
                  </a:cubicBezTo>
                  <a:lnTo>
                    <a:pt x="8538" y="11689"/>
                  </a:lnTo>
                  <a:cubicBezTo>
                    <a:pt x="8727" y="11689"/>
                    <a:pt x="8885" y="11531"/>
                    <a:pt x="8885" y="11342"/>
                  </a:cubicBezTo>
                  <a:cubicBezTo>
                    <a:pt x="8885" y="11153"/>
                    <a:pt x="8727" y="10996"/>
                    <a:pt x="8538" y="10996"/>
                  </a:cubicBezTo>
                  <a:lnTo>
                    <a:pt x="7625" y="10996"/>
                  </a:lnTo>
                  <a:lnTo>
                    <a:pt x="7310" y="9610"/>
                  </a:lnTo>
                  <a:lnTo>
                    <a:pt x="10618" y="9610"/>
                  </a:lnTo>
                  <a:cubicBezTo>
                    <a:pt x="11185" y="9610"/>
                    <a:pt x="11657" y="9137"/>
                    <a:pt x="11657" y="8570"/>
                  </a:cubicBezTo>
                  <a:lnTo>
                    <a:pt x="11657" y="1040"/>
                  </a:lnTo>
                  <a:cubicBezTo>
                    <a:pt x="11657" y="473"/>
                    <a:pt x="11185" y="1"/>
                    <a:pt x="1061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72" name="Google Shape;372;p23"/>
          <p:cNvGrpSpPr/>
          <p:nvPr/>
        </p:nvGrpSpPr>
        <p:grpSpPr>
          <a:xfrm>
            <a:off x="771001" y="3363445"/>
            <a:ext cx="365770" cy="365749"/>
            <a:chOff x="-1333200" y="2770450"/>
            <a:chExt cx="291450" cy="292225"/>
          </a:xfrm>
        </p:grpSpPr>
        <p:sp>
          <p:nvSpPr>
            <p:cNvPr id="373" name="Google Shape;373;p23"/>
            <p:cNvSpPr/>
            <p:nvPr/>
          </p:nvSpPr>
          <p:spPr>
            <a:xfrm>
              <a:off x="-1299325" y="2808250"/>
              <a:ext cx="222925" cy="134725"/>
            </a:xfrm>
            <a:custGeom>
              <a:avLst/>
              <a:gdLst/>
              <a:ahLst/>
              <a:cxnLst/>
              <a:rect l="l" t="t" r="r" b="b"/>
              <a:pathLst>
                <a:path w="8917" h="5389" extrusionOk="0">
                  <a:moveTo>
                    <a:pt x="7877" y="631"/>
                  </a:moveTo>
                  <a:cubicBezTo>
                    <a:pt x="8066" y="631"/>
                    <a:pt x="8223" y="789"/>
                    <a:pt x="8223" y="978"/>
                  </a:cubicBezTo>
                  <a:cubicBezTo>
                    <a:pt x="8223" y="1167"/>
                    <a:pt x="8066" y="1324"/>
                    <a:pt x="7877" y="1324"/>
                  </a:cubicBezTo>
                  <a:cubicBezTo>
                    <a:pt x="7656" y="1324"/>
                    <a:pt x="7498" y="1167"/>
                    <a:pt x="7498" y="978"/>
                  </a:cubicBezTo>
                  <a:cubicBezTo>
                    <a:pt x="7498" y="789"/>
                    <a:pt x="7656" y="631"/>
                    <a:pt x="7877" y="631"/>
                  </a:cubicBezTo>
                  <a:close/>
                  <a:moveTo>
                    <a:pt x="3056" y="1293"/>
                  </a:moveTo>
                  <a:cubicBezTo>
                    <a:pt x="3245" y="1293"/>
                    <a:pt x="3403" y="1450"/>
                    <a:pt x="3403" y="1639"/>
                  </a:cubicBezTo>
                  <a:cubicBezTo>
                    <a:pt x="3403" y="1828"/>
                    <a:pt x="3245" y="1986"/>
                    <a:pt x="3056" y="1986"/>
                  </a:cubicBezTo>
                  <a:cubicBezTo>
                    <a:pt x="2867" y="1986"/>
                    <a:pt x="2710" y="1828"/>
                    <a:pt x="2710" y="1639"/>
                  </a:cubicBezTo>
                  <a:cubicBezTo>
                    <a:pt x="2741" y="1450"/>
                    <a:pt x="2899" y="1293"/>
                    <a:pt x="3056" y="1293"/>
                  </a:cubicBezTo>
                  <a:close/>
                  <a:moveTo>
                    <a:pt x="5797" y="3340"/>
                  </a:moveTo>
                  <a:cubicBezTo>
                    <a:pt x="6018" y="3340"/>
                    <a:pt x="6175" y="3498"/>
                    <a:pt x="6175" y="3687"/>
                  </a:cubicBezTo>
                  <a:cubicBezTo>
                    <a:pt x="6175" y="3876"/>
                    <a:pt x="6018" y="4034"/>
                    <a:pt x="5797" y="4034"/>
                  </a:cubicBezTo>
                  <a:cubicBezTo>
                    <a:pt x="5608" y="4034"/>
                    <a:pt x="5451" y="3876"/>
                    <a:pt x="5451" y="3687"/>
                  </a:cubicBezTo>
                  <a:cubicBezTo>
                    <a:pt x="5451" y="3498"/>
                    <a:pt x="5608" y="3340"/>
                    <a:pt x="5797" y="3340"/>
                  </a:cubicBezTo>
                  <a:close/>
                  <a:moveTo>
                    <a:pt x="1008" y="4034"/>
                  </a:moveTo>
                  <a:cubicBezTo>
                    <a:pt x="1198" y="4034"/>
                    <a:pt x="1355" y="4191"/>
                    <a:pt x="1355" y="4412"/>
                  </a:cubicBezTo>
                  <a:cubicBezTo>
                    <a:pt x="1355" y="4601"/>
                    <a:pt x="1198" y="4758"/>
                    <a:pt x="1008" y="4758"/>
                  </a:cubicBezTo>
                  <a:cubicBezTo>
                    <a:pt x="819" y="4758"/>
                    <a:pt x="662" y="4601"/>
                    <a:pt x="662" y="4412"/>
                  </a:cubicBezTo>
                  <a:cubicBezTo>
                    <a:pt x="662" y="4191"/>
                    <a:pt x="819" y="4034"/>
                    <a:pt x="1008" y="4034"/>
                  </a:cubicBezTo>
                  <a:close/>
                  <a:moveTo>
                    <a:pt x="7908" y="1"/>
                  </a:moveTo>
                  <a:cubicBezTo>
                    <a:pt x="7341" y="1"/>
                    <a:pt x="6868" y="474"/>
                    <a:pt x="6868" y="1009"/>
                  </a:cubicBezTo>
                  <a:cubicBezTo>
                    <a:pt x="6868" y="1198"/>
                    <a:pt x="6963" y="1419"/>
                    <a:pt x="7026" y="1576"/>
                  </a:cubicBezTo>
                  <a:lnTo>
                    <a:pt x="6112" y="2742"/>
                  </a:lnTo>
                  <a:cubicBezTo>
                    <a:pt x="6032" y="2722"/>
                    <a:pt x="5943" y="2711"/>
                    <a:pt x="5850" y="2711"/>
                  </a:cubicBezTo>
                  <a:cubicBezTo>
                    <a:pt x="5650" y="2711"/>
                    <a:pt x="5434" y="2760"/>
                    <a:pt x="5262" y="2868"/>
                  </a:cubicBezTo>
                  <a:lnTo>
                    <a:pt x="4096" y="1954"/>
                  </a:lnTo>
                  <a:cubicBezTo>
                    <a:pt x="4127" y="1891"/>
                    <a:pt x="4127" y="1765"/>
                    <a:pt x="4127" y="1639"/>
                  </a:cubicBezTo>
                  <a:cubicBezTo>
                    <a:pt x="4127" y="1104"/>
                    <a:pt x="3655" y="631"/>
                    <a:pt x="3088" y="631"/>
                  </a:cubicBezTo>
                  <a:cubicBezTo>
                    <a:pt x="2552" y="631"/>
                    <a:pt x="2080" y="1104"/>
                    <a:pt x="2080" y="1639"/>
                  </a:cubicBezTo>
                  <a:cubicBezTo>
                    <a:pt x="2080" y="1828"/>
                    <a:pt x="2143" y="2049"/>
                    <a:pt x="2237" y="2206"/>
                  </a:cubicBezTo>
                  <a:lnTo>
                    <a:pt x="1324" y="3372"/>
                  </a:lnTo>
                  <a:cubicBezTo>
                    <a:pt x="1261" y="3340"/>
                    <a:pt x="1134" y="3340"/>
                    <a:pt x="1008" y="3340"/>
                  </a:cubicBezTo>
                  <a:cubicBezTo>
                    <a:pt x="441" y="3340"/>
                    <a:pt x="0" y="3813"/>
                    <a:pt x="0" y="4349"/>
                  </a:cubicBezTo>
                  <a:cubicBezTo>
                    <a:pt x="0" y="4947"/>
                    <a:pt x="441" y="5388"/>
                    <a:pt x="1008" y="5388"/>
                  </a:cubicBezTo>
                  <a:cubicBezTo>
                    <a:pt x="1576" y="5388"/>
                    <a:pt x="2017" y="4916"/>
                    <a:pt x="2017" y="4349"/>
                  </a:cubicBezTo>
                  <a:cubicBezTo>
                    <a:pt x="2017" y="4160"/>
                    <a:pt x="1954" y="3971"/>
                    <a:pt x="1859" y="3813"/>
                  </a:cubicBezTo>
                  <a:lnTo>
                    <a:pt x="2773" y="2616"/>
                  </a:lnTo>
                  <a:cubicBezTo>
                    <a:pt x="2875" y="2650"/>
                    <a:pt x="2980" y="2667"/>
                    <a:pt x="3087" y="2667"/>
                  </a:cubicBezTo>
                  <a:cubicBezTo>
                    <a:pt x="3278" y="2667"/>
                    <a:pt x="3473" y="2611"/>
                    <a:pt x="3655" y="2490"/>
                  </a:cubicBezTo>
                  <a:lnTo>
                    <a:pt x="4821" y="3403"/>
                  </a:lnTo>
                  <a:cubicBezTo>
                    <a:pt x="4789" y="3498"/>
                    <a:pt x="4789" y="3624"/>
                    <a:pt x="4789" y="3719"/>
                  </a:cubicBezTo>
                  <a:cubicBezTo>
                    <a:pt x="4789" y="4286"/>
                    <a:pt x="5262" y="4758"/>
                    <a:pt x="5797" y="4758"/>
                  </a:cubicBezTo>
                  <a:cubicBezTo>
                    <a:pt x="6364" y="4758"/>
                    <a:pt x="6837" y="4286"/>
                    <a:pt x="6837" y="3719"/>
                  </a:cubicBezTo>
                  <a:cubicBezTo>
                    <a:pt x="6837" y="3529"/>
                    <a:pt x="6742" y="3340"/>
                    <a:pt x="6679" y="3183"/>
                  </a:cubicBezTo>
                  <a:lnTo>
                    <a:pt x="7593" y="1986"/>
                  </a:lnTo>
                  <a:cubicBezTo>
                    <a:pt x="7656" y="2049"/>
                    <a:pt x="7782" y="2049"/>
                    <a:pt x="7908" y="2049"/>
                  </a:cubicBezTo>
                  <a:cubicBezTo>
                    <a:pt x="8444" y="2049"/>
                    <a:pt x="8916" y="1576"/>
                    <a:pt x="8916" y="1009"/>
                  </a:cubicBezTo>
                  <a:cubicBezTo>
                    <a:pt x="8916" y="474"/>
                    <a:pt x="8444" y="1"/>
                    <a:pt x="790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" name="Google Shape;374;p23"/>
            <p:cNvSpPr/>
            <p:nvPr/>
          </p:nvSpPr>
          <p:spPr>
            <a:xfrm>
              <a:off x="-1333200" y="2770450"/>
              <a:ext cx="291450" cy="292225"/>
            </a:xfrm>
            <a:custGeom>
              <a:avLst/>
              <a:gdLst/>
              <a:ahLst/>
              <a:cxnLst/>
              <a:rect l="l" t="t" r="r" b="b"/>
              <a:pathLst>
                <a:path w="11658" h="11689" extrusionOk="0">
                  <a:moveTo>
                    <a:pt x="10586" y="725"/>
                  </a:moveTo>
                  <a:cubicBezTo>
                    <a:pt x="10807" y="725"/>
                    <a:pt x="10964" y="883"/>
                    <a:pt x="10964" y="1072"/>
                  </a:cubicBezTo>
                  <a:lnTo>
                    <a:pt x="10964" y="7593"/>
                  </a:lnTo>
                  <a:lnTo>
                    <a:pt x="631" y="7593"/>
                  </a:lnTo>
                  <a:lnTo>
                    <a:pt x="631" y="1072"/>
                  </a:lnTo>
                  <a:cubicBezTo>
                    <a:pt x="662" y="883"/>
                    <a:pt x="820" y="725"/>
                    <a:pt x="977" y="725"/>
                  </a:cubicBezTo>
                  <a:close/>
                  <a:moveTo>
                    <a:pt x="10996" y="8286"/>
                  </a:moveTo>
                  <a:lnTo>
                    <a:pt x="10996" y="8633"/>
                  </a:lnTo>
                  <a:cubicBezTo>
                    <a:pt x="10996" y="8822"/>
                    <a:pt x="10838" y="8980"/>
                    <a:pt x="10618" y="8980"/>
                  </a:cubicBezTo>
                  <a:lnTo>
                    <a:pt x="1009" y="8980"/>
                  </a:lnTo>
                  <a:cubicBezTo>
                    <a:pt x="820" y="8980"/>
                    <a:pt x="662" y="8822"/>
                    <a:pt x="662" y="8633"/>
                  </a:cubicBezTo>
                  <a:lnTo>
                    <a:pt x="662" y="8286"/>
                  </a:lnTo>
                  <a:close/>
                  <a:moveTo>
                    <a:pt x="6617" y="9641"/>
                  </a:moveTo>
                  <a:lnTo>
                    <a:pt x="6932" y="11027"/>
                  </a:lnTo>
                  <a:lnTo>
                    <a:pt x="4632" y="11027"/>
                  </a:lnTo>
                  <a:lnTo>
                    <a:pt x="4947" y="9641"/>
                  </a:lnTo>
                  <a:close/>
                  <a:moveTo>
                    <a:pt x="1009" y="1"/>
                  </a:moveTo>
                  <a:cubicBezTo>
                    <a:pt x="473" y="1"/>
                    <a:pt x="1" y="473"/>
                    <a:pt x="1" y="1040"/>
                  </a:cubicBezTo>
                  <a:lnTo>
                    <a:pt x="1" y="8570"/>
                  </a:lnTo>
                  <a:cubicBezTo>
                    <a:pt x="1" y="9137"/>
                    <a:pt x="473" y="9610"/>
                    <a:pt x="1009" y="9610"/>
                  </a:cubicBezTo>
                  <a:lnTo>
                    <a:pt x="4285" y="9610"/>
                  </a:lnTo>
                  <a:lnTo>
                    <a:pt x="3970" y="10996"/>
                  </a:lnTo>
                  <a:lnTo>
                    <a:pt x="3057" y="10996"/>
                  </a:lnTo>
                  <a:cubicBezTo>
                    <a:pt x="2868" y="10996"/>
                    <a:pt x="2710" y="11153"/>
                    <a:pt x="2710" y="11342"/>
                  </a:cubicBezTo>
                  <a:cubicBezTo>
                    <a:pt x="2710" y="11531"/>
                    <a:pt x="2868" y="11689"/>
                    <a:pt x="3057" y="11689"/>
                  </a:cubicBezTo>
                  <a:lnTo>
                    <a:pt x="8538" y="11689"/>
                  </a:lnTo>
                  <a:cubicBezTo>
                    <a:pt x="8727" y="11689"/>
                    <a:pt x="8885" y="11531"/>
                    <a:pt x="8885" y="11342"/>
                  </a:cubicBezTo>
                  <a:cubicBezTo>
                    <a:pt x="8885" y="11153"/>
                    <a:pt x="8727" y="10996"/>
                    <a:pt x="8538" y="10996"/>
                  </a:cubicBezTo>
                  <a:lnTo>
                    <a:pt x="7625" y="10996"/>
                  </a:lnTo>
                  <a:lnTo>
                    <a:pt x="7310" y="9610"/>
                  </a:lnTo>
                  <a:lnTo>
                    <a:pt x="10618" y="9610"/>
                  </a:lnTo>
                  <a:cubicBezTo>
                    <a:pt x="11185" y="9610"/>
                    <a:pt x="11657" y="9137"/>
                    <a:pt x="11657" y="8570"/>
                  </a:cubicBezTo>
                  <a:lnTo>
                    <a:pt x="11657" y="1040"/>
                  </a:lnTo>
                  <a:cubicBezTo>
                    <a:pt x="11657" y="473"/>
                    <a:pt x="11185" y="1"/>
                    <a:pt x="1061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75" name="Google Shape;375;p23"/>
          <p:cNvSpPr txBox="1"/>
          <p:nvPr/>
        </p:nvSpPr>
        <p:spPr>
          <a:xfrm>
            <a:off x="3471675" y="4271575"/>
            <a:ext cx="2363700" cy="52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MARBERT is a Transformer-based language model pre-trained on a massive collection of Arabic social media data, with a strong focus on dialectal Arabic</a:t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6" name="Google Shape;376;p23"/>
          <p:cNvSpPr txBox="1"/>
          <p:nvPr/>
        </p:nvSpPr>
        <p:spPr>
          <a:xfrm>
            <a:off x="6683825" y="4284975"/>
            <a:ext cx="2253600" cy="5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ARBERT is a Transformer-based language model pre-trained on Modern Standard Arabic (MSA) texts, designed to capture formal Arabic usage.</a:t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7" name="Google Shape;377;p23"/>
          <p:cNvSpPr txBox="1"/>
          <p:nvPr/>
        </p:nvSpPr>
        <p:spPr>
          <a:xfrm>
            <a:off x="259550" y="4273575"/>
            <a:ext cx="2363700" cy="6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DziriBERT is the first Transformer-based language model that has been pre-trained specifically for the Algerian dialect.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24"/>
          <p:cNvSpPr txBox="1">
            <a:spLocks noGrp="1"/>
          </p:cNvSpPr>
          <p:nvPr>
            <p:ph type="title"/>
          </p:nvPr>
        </p:nvSpPr>
        <p:spPr>
          <a:xfrm>
            <a:off x="2626600" y="176225"/>
            <a:ext cx="4585800" cy="36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H" b="1" dirty="0">
                <a:solidFill>
                  <a:schemeClr val="accent5"/>
                </a:solidFill>
              </a:rPr>
              <a:t>Conclusion</a:t>
            </a:r>
            <a:endParaRPr b="1" dirty="0">
              <a:solidFill>
                <a:schemeClr val="accent5"/>
              </a:solidFill>
            </a:endParaRPr>
          </a:p>
        </p:txBody>
      </p:sp>
      <p:sp>
        <p:nvSpPr>
          <p:cNvPr id="383" name="Google Shape;383;p24"/>
          <p:cNvSpPr/>
          <p:nvPr/>
        </p:nvSpPr>
        <p:spPr>
          <a:xfrm>
            <a:off x="7114200" y="730375"/>
            <a:ext cx="1572600" cy="36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Public</a:t>
            </a:r>
            <a:endParaRPr sz="1600">
              <a:solidFill>
                <a:schemeClr val="dk1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cxnSp>
        <p:nvCxnSpPr>
          <p:cNvPr id="384" name="Google Shape;384;p24"/>
          <p:cNvCxnSpPr>
            <a:stCxn id="385" idx="0"/>
            <a:endCxn id="383" idx="1"/>
          </p:cNvCxnSpPr>
          <p:nvPr/>
        </p:nvCxnSpPr>
        <p:spPr>
          <a:xfrm rot="10800000" flipH="1">
            <a:off x="5343187" y="913250"/>
            <a:ext cx="1770900" cy="49620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86" name="Google Shape;386;p24"/>
          <p:cNvSpPr/>
          <p:nvPr/>
        </p:nvSpPr>
        <p:spPr>
          <a:xfrm>
            <a:off x="7212400" y="4636000"/>
            <a:ext cx="1572600" cy="36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857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Pravite</a:t>
            </a:r>
            <a:endParaRPr sz="1600">
              <a:solidFill>
                <a:schemeClr val="dk1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cxnSp>
        <p:nvCxnSpPr>
          <p:cNvPr id="387" name="Google Shape;387;p24"/>
          <p:cNvCxnSpPr>
            <a:endCxn id="386" idx="1"/>
          </p:cNvCxnSpPr>
          <p:nvPr/>
        </p:nvCxnSpPr>
        <p:spPr>
          <a:xfrm>
            <a:off x="4915000" y="4060300"/>
            <a:ext cx="2297400" cy="758700"/>
          </a:xfrm>
          <a:prstGeom prst="straightConnector1">
            <a:avLst/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88" name="Google Shape;388;p24"/>
          <p:cNvCxnSpPr/>
          <p:nvPr/>
        </p:nvCxnSpPr>
        <p:spPr>
          <a:xfrm rot="10800000" flipH="1">
            <a:off x="1018073" y="2041463"/>
            <a:ext cx="1385100" cy="133050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89" name="Google Shape;389;p24"/>
          <p:cNvSpPr/>
          <p:nvPr/>
        </p:nvSpPr>
        <p:spPr>
          <a:xfrm>
            <a:off x="2318606" y="1519675"/>
            <a:ext cx="575400" cy="692400"/>
          </a:xfrm>
          <a:prstGeom prst="ellipse">
            <a:avLst/>
          </a:prstGeom>
          <a:solidFill>
            <a:srgbClr val="FFFFFF"/>
          </a:solidFill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 b="1">
                <a:solidFill>
                  <a:schemeClr val="accen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01</a:t>
            </a:r>
            <a:endParaRPr sz="2100" b="1">
              <a:solidFill>
                <a:schemeClr val="accen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cxnSp>
        <p:nvCxnSpPr>
          <p:cNvPr id="390" name="Google Shape;390;p24"/>
          <p:cNvCxnSpPr/>
          <p:nvPr/>
        </p:nvCxnSpPr>
        <p:spPr>
          <a:xfrm>
            <a:off x="1544512" y="3012600"/>
            <a:ext cx="1157100" cy="768000"/>
          </a:xfrm>
          <a:prstGeom prst="straightConnector1">
            <a:avLst/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91" name="Google Shape;391;p24"/>
          <p:cNvSpPr/>
          <p:nvPr/>
        </p:nvSpPr>
        <p:spPr>
          <a:xfrm>
            <a:off x="2403114" y="3486875"/>
            <a:ext cx="575400" cy="692400"/>
          </a:xfrm>
          <a:prstGeom prst="ellipse">
            <a:avLst/>
          </a:prstGeom>
          <a:solidFill>
            <a:srgbClr val="FFFFFF"/>
          </a:solidFill>
          <a:ln w="2857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 b="1">
                <a:solidFill>
                  <a:schemeClr val="accent2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02</a:t>
            </a:r>
            <a:endParaRPr sz="2100" b="1">
              <a:solidFill>
                <a:schemeClr val="accent2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392" name="Google Shape;392;p24"/>
          <p:cNvSpPr/>
          <p:nvPr/>
        </p:nvSpPr>
        <p:spPr>
          <a:xfrm>
            <a:off x="154433" y="2041471"/>
            <a:ext cx="1722600" cy="2137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857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93" name="Google Shape;393;p24"/>
          <p:cNvGrpSpPr/>
          <p:nvPr/>
        </p:nvGrpSpPr>
        <p:grpSpPr>
          <a:xfrm>
            <a:off x="749556" y="2491758"/>
            <a:ext cx="531908" cy="640086"/>
            <a:chOff x="-2571737" y="2403625"/>
            <a:chExt cx="292225" cy="291425"/>
          </a:xfrm>
        </p:grpSpPr>
        <p:sp>
          <p:nvSpPr>
            <p:cNvPr id="394" name="Google Shape;394;p24"/>
            <p:cNvSpPr/>
            <p:nvPr/>
          </p:nvSpPr>
          <p:spPr>
            <a:xfrm>
              <a:off x="-2571737" y="2403625"/>
              <a:ext cx="292225" cy="291425"/>
            </a:xfrm>
            <a:custGeom>
              <a:avLst/>
              <a:gdLst/>
              <a:ahLst/>
              <a:cxnLst/>
              <a:rect l="l" t="t" r="r" b="b"/>
              <a:pathLst>
                <a:path w="11689" h="11657" extrusionOk="0">
                  <a:moveTo>
                    <a:pt x="9547" y="725"/>
                  </a:moveTo>
                  <a:cubicBezTo>
                    <a:pt x="9704" y="725"/>
                    <a:pt x="9830" y="788"/>
                    <a:pt x="9893" y="914"/>
                  </a:cubicBezTo>
                  <a:lnTo>
                    <a:pt x="10681" y="2772"/>
                  </a:lnTo>
                  <a:lnTo>
                    <a:pt x="1135" y="2772"/>
                  </a:lnTo>
                  <a:lnTo>
                    <a:pt x="1891" y="914"/>
                  </a:lnTo>
                  <a:cubicBezTo>
                    <a:pt x="1922" y="788"/>
                    <a:pt x="2080" y="725"/>
                    <a:pt x="2206" y="725"/>
                  </a:cubicBezTo>
                  <a:close/>
                  <a:moveTo>
                    <a:pt x="10649" y="3403"/>
                  </a:moveTo>
                  <a:cubicBezTo>
                    <a:pt x="10870" y="3403"/>
                    <a:pt x="11027" y="3560"/>
                    <a:pt x="11027" y="3749"/>
                  </a:cubicBezTo>
                  <a:lnTo>
                    <a:pt x="11027" y="5167"/>
                  </a:lnTo>
                  <a:cubicBezTo>
                    <a:pt x="11027" y="5356"/>
                    <a:pt x="10870" y="5513"/>
                    <a:pt x="10649" y="5513"/>
                  </a:cubicBezTo>
                  <a:lnTo>
                    <a:pt x="1040" y="5513"/>
                  </a:lnTo>
                  <a:cubicBezTo>
                    <a:pt x="851" y="5513"/>
                    <a:pt x="694" y="5356"/>
                    <a:pt x="694" y="5167"/>
                  </a:cubicBezTo>
                  <a:lnTo>
                    <a:pt x="694" y="3749"/>
                  </a:lnTo>
                  <a:cubicBezTo>
                    <a:pt x="694" y="3560"/>
                    <a:pt x="851" y="3403"/>
                    <a:pt x="1040" y="3403"/>
                  </a:cubicBezTo>
                  <a:close/>
                  <a:moveTo>
                    <a:pt x="10681" y="6206"/>
                  </a:moveTo>
                  <a:cubicBezTo>
                    <a:pt x="10870" y="6238"/>
                    <a:pt x="11027" y="6364"/>
                    <a:pt x="11027" y="6553"/>
                  </a:cubicBezTo>
                  <a:lnTo>
                    <a:pt x="11027" y="7939"/>
                  </a:lnTo>
                  <a:cubicBezTo>
                    <a:pt x="11027" y="8128"/>
                    <a:pt x="10870" y="8286"/>
                    <a:pt x="10681" y="8286"/>
                  </a:cubicBezTo>
                  <a:lnTo>
                    <a:pt x="1072" y="8286"/>
                  </a:lnTo>
                  <a:cubicBezTo>
                    <a:pt x="851" y="8286"/>
                    <a:pt x="694" y="8128"/>
                    <a:pt x="694" y="7939"/>
                  </a:cubicBezTo>
                  <a:lnTo>
                    <a:pt x="694" y="6553"/>
                  </a:lnTo>
                  <a:cubicBezTo>
                    <a:pt x="694" y="6364"/>
                    <a:pt x="851" y="6206"/>
                    <a:pt x="1072" y="6206"/>
                  </a:cubicBezTo>
                  <a:close/>
                  <a:moveTo>
                    <a:pt x="10681" y="8947"/>
                  </a:moveTo>
                  <a:cubicBezTo>
                    <a:pt x="10870" y="8947"/>
                    <a:pt x="11027" y="9105"/>
                    <a:pt x="11027" y="9294"/>
                  </a:cubicBezTo>
                  <a:lnTo>
                    <a:pt x="11027" y="10680"/>
                  </a:lnTo>
                  <a:cubicBezTo>
                    <a:pt x="11027" y="10869"/>
                    <a:pt x="10870" y="11027"/>
                    <a:pt x="10681" y="11027"/>
                  </a:cubicBezTo>
                  <a:lnTo>
                    <a:pt x="1072" y="11027"/>
                  </a:lnTo>
                  <a:cubicBezTo>
                    <a:pt x="851" y="11027"/>
                    <a:pt x="694" y="10869"/>
                    <a:pt x="694" y="10680"/>
                  </a:cubicBezTo>
                  <a:lnTo>
                    <a:pt x="694" y="9294"/>
                  </a:lnTo>
                  <a:cubicBezTo>
                    <a:pt x="694" y="9105"/>
                    <a:pt x="851" y="8947"/>
                    <a:pt x="1072" y="8947"/>
                  </a:cubicBezTo>
                  <a:close/>
                  <a:moveTo>
                    <a:pt x="2174" y="0"/>
                  </a:moveTo>
                  <a:cubicBezTo>
                    <a:pt x="1733" y="0"/>
                    <a:pt x="1387" y="252"/>
                    <a:pt x="1229" y="630"/>
                  </a:cubicBezTo>
                  <a:lnTo>
                    <a:pt x="64" y="3403"/>
                  </a:lnTo>
                  <a:cubicBezTo>
                    <a:pt x="32" y="3529"/>
                    <a:pt x="0" y="3686"/>
                    <a:pt x="0" y="3781"/>
                  </a:cubicBezTo>
                  <a:lnTo>
                    <a:pt x="0" y="5198"/>
                  </a:lnTo>
                  <a:cubicBezTo>
                    <a:pt x="0" y="5482"/>
                    <a:pt x="127" y="5734"/>
                    <a:pt x="284" y="5860"/>
                  </a:cubicBezTo>
                  <a:cubicBezTo>
                    <a:pt x="127" y="6080"/>
                    <a:pt x="0" y="6301"/>
                    <a:pt x="0" y="6553"/>
                  </a:cubicBezTo>
                  <a:lnTo>
                    <a:pt x="0" y="7908"/>
                  </a:lnTo>
                  <a:cubicBezTo>
                    <a:pt x="0" y="8191"/>
                    <a:pt x="127" y="8443"/>
                    <a:pt x="284" y="8601"/>
                  </a:cubicBezTo>
                  <a:cubicBezTo>
                    <a:pt x="127" y="8790"/>
                    <a:pt x="0" y="9010"/>
                    <a:pt x="0" y="9262"/>
                  </a:cubicBezTo>
                  <a:lnTo>
                    <a:pt x="0" y="10649"/>
                  </a:lnTo>
                  <a:cubicBezTo>
                    <a:pt x="0" y="11184"/>
                    <a:pt x="473" y="11657"/>
                    <a:pt x="1009" y="11657"/>
                  </a:cubicBezTo>
                  <a:lnTo>
                    <a:pt x="10618" y="11657"/>
                  </a:lnTo>
                  <a:cubicBezTo>
                    <a:pt x="11185" y="11657"/>
                    <a:pt x="11657" y="11184"/>
                    <a:pt x="11657" y="10649"/>
                  </a:cubicBezTo>
                  <a:lnTo>
                    <a:pt x="11657" y="9262"/>
                  </a:lnTo>
                  <a:cubicBezTo>
                    <a:pt x="11657" y="8979"/>
                    <a:pt x="11531" y="8758"/>
                    <a:pt x="11374" y="8601"/>
                  </a:cubicBezTo>
                  <a:cubicBezTo>
                    <a:pt x="11531" y="8380"/>
                    <a:pt x="11657" y="8160"/>
                    <a:pt x="11657" y="7908"/>
                  </a:cubicBezTo>
                  <a:lnTo>
                    <a:pt x="11657" y="6553"/>
                  </a:lnTo>
                  <a:cubicBezTo>
                    <a:pt x="11657" y="6269"/>
                    <a:pt x="11531" y="6017"/>
                    <a:pt x="11374" y="5860"/>
                  </a:cubicBezTo>
                  <a:cubicBezTo>
                    <a:pt x="11531" y="5671"/>
                    <a:pt x="11657" y="5450"/>
                    <a:pt x="11657" y="5198"/>
                  </a:cubicBezTo>
                  <a:lnTo>
                    <a:pt x="11657" y="3781"/>
                  </a:lnTo>
                  <a:lnTo>
                    <a:pt x="11689" y="3781"/>
                  </a:lnTo>
                  <a:cubicBezTo>
                    <a:pt x="11689" y="3686"/>
                    <a:pt x="11657" y="3529"/>
                    <a:pt x="11594" y="3403"/>
                  </a:cubicBezTo>
                  <a:lnTo>
                    <a:pt x="10460" y="630"/>
                  </a:lnTo>
                  <a:cubicBezTo>
                    <a:pt x="10303" y="252"/>
                    <a:pt x="9925" y="0"/>
                    <a:pt x="951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" name="Google Shape;395;p24"/>
            <p:cNvSpPr/>
            <p:nvPr/>
          </p:nvSpPr>
          <p:spPr>
            <a:xfrm>
              <a:off x="-2485967" y="2649150"/>
              <a:ext cx="173300" cy="18150"/>
            </a:xfrm>
            <a:custGeom>
              <a:avLst/>
              <a:gdLst/>
              <a:ahLst/>
              <a:cxnLst/>
              <a:rect l="l" t="t" r="r" b="b"/>
              <a:pathLst>
                <a:path w="6932" h="726" extrusionOk="0">
                  <a:moveTo>
                    <a:pt x="378" y="1"/>
                  </a:moveTo>
                  <a:cubicBezTo>
                    <a:pt x="158" y="1"/>
                    <a:pt x="0" y="159"/>
                    <a:pt x="0" y="379"/>
                  </a:cubicBezTo>
                  <a:cubicBezTo>
                    <a:pt x="0" y="568"/>
                    <a:pt x="158" y="726"/>
                    <a:pt x="378" y="726"/>
                  </a:cubicBezTo>
                  <a:lnTo>
                    <a:pt x="6585" y="726"/>
                  </a:lnTo>
                  <a:cubicBezTo>
                    <a:pt x="6774" y="726"/>
                    <a:pt x="6931" y="568"/>
                    <a:pt x="6931" y="379"/>
                  </a:cubicBezTo>
                  <a:cubicBezTo>
                    <a:pt x="6931" y="159"/>
                    <a:pt x="6774" y="1"/>
                    <a:pt x="6585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Google Shape;396;p24"/>
            <p:cNvSpPr/>
            <p:nvPr/>
          </p:nvSpPr>
          <p:spPr>
            <a:xfrm>
              <a:off x="-2485967" y="2511325"/>
              <a:ext cx="173300" cy="18150"/>
            </a:xfrm>
            <a:custGeom>
              <a:avLst/>
              <a:gdLst/>
              <a:ahLst/>
              <a:cxnLst/>
              <a:rect l="l" t="t" r="r" b="b"/>
              <a:pathLst>
                <a:path w="6932" h="726" extrusionOk="0">
                  <a:moveTo>
                    <a:pt x="378" y="1"/>
                  </a:moveTo>
                  <a:cubicBezTo>
                    <a:pt x="158" y="1"/>
                    <a:pt x="0" y="158"/>
                    <a:pt x="0" y="379"/>
                  </a:cubicBezTo>
                  <a:cubicBezTo>
                    <a:pt x="0" y="568"/>
                    <a:pt x="158" y="725"/>
                    <a:pt x="378" y="725"/>
                  </a:cubicBezTo>
                  <a:lnTo>
                    <a:pt x="6585" y="725"/>
                  </a:lnTo>
                  <a:cubicBezTo>
                    <a:pt x="6774" y="725"/>
                    <a:pt x="6931" y="568"/>
                    <a:pt x="6931" y="379"/>
                  </a:cubicBezTo>
                  <a:cubicBezTo>
                    <a:pt x="6931" y="158"/>
                    <a:pt x="6774" y="1"/>
                    <a:pt x="6585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" name="Google Shape;397;p24"/>
            <p:cNvSpPr/>
            <p:nvPr/>
          </p:nvSpPr>
          <p:spPr>
            <a:xfrm>
              <a:off x="-2540185" y="2511325"/>
              <a:ext cx="18125" cy="18925"/>
            </a:xfrm>
            <a:custGeom>
              <a:avLst/>
              <a:gdLst/>
              <a:ahLst/>
              <a:cxnLst/>
              <a:rect l="l" t="t" r="r" b="b"/>
              <a:pathLst>
                <a:path w="725" h="757" extrusionOk="0">
                  <a:moveTo>
                    <a:pt x="378" y="1"/>
                  </a:moveTo>
                  <a:cubicBezTo>
                    <a:pt x="158" y="1"/>
                    <a:pt x="0" y="158"/>
                    <a:pt x="0" y="379"/>
                  </a:cubicBezTo>
                  <a:cubicBezTo>
                    <a:pt x="0" y="568"/>
                    <a:pt x="158" y="757"/>
                    <a:pt x="378" y="757"/>
                  </a:cubicBezTo>
                  <a:cubicBezTo>
                    <a:pt x="567" y="757"/>
                    <a:pt x="725" y="568"/>
                    <a:pt x="725" y="379"/>
                  </a:cubicBezTo>
                  <a:cubicBezTo>
                    <a:pt x="725" y="158"/>
                    <a:pt x="567" y="1"/>
                    <a:pt x="378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" name="Google Shape;398;p24"/>
            <p:cNvSpPr/>
            <p:nvPr/>
          </p:nvSpPr>
          <p:spPr>
            <a:xfrm>
              <a:off x="-2485579" y="2580625"/>
              <a:ext cx="172525" cy="17350"/>
            </a:xfrm>
            <a:custGeom>
              <a:avLst/>
              <a:gdLst/>
              <a:ahLst/>
              <a:cxnLst/>
              <a:rect l="l" t="t" r="r" b="b"/>
              <a:pathLst>
                <a:path w="6901" h="694" extrusionOk="0"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32" y="536"/>
                    <a:pt x="158" y="693"/>
                    <a:pt x="347" y="693"/>
                  </a:cubicBezTo>
                  <a:lnTo>
                    <a:pt x="6554" y="693"/>
                  </a:lnTo>
                  <a:cubicBezTo>
                    <a:pt x="6774" y="693"/>
                    <a:pt x="6900" y="536"/>
                    <a:pt x="6900" y="347"/>
                  </a:cubicBezTo>
                  <a:cubicBezTo>
                    <a:pt x="6900" y="158"/>
                    <a:pt x="6774" y="0"/>
                    <a:pt x="6554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" name="Google Shape;399;p24"/>
            <p:cNvSpPr/>
            <p:nvPr/>
          </p:nvSpPr>
          <p:spPr>
            <a:xfrm>
              <a:off x="-2540185" y="2580625"/>
              <a:ext cx="18125" cy="17350"/>
            </a:xfrm>
            <a:custGeom>
              <a:avLst/>
              <a:gdLst/>
              <a:ahLst/>
              <a:cxnLst/>
              <a:rect l="l" t="t" r="r" b="b"/>
              <a:pathLst>
                <a:path w="725" h="694" extrusionOk="0">
                  <a:moveTo>
                    <a:pt x="378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536"/>
                    <a:pt x="158" y="693"/>
                    <a:pt x="378" y="693"/>
                  </a:cubicBezTo>
                  <a:cubicBezTo>
                    <a:pt x="567" y="693"/>
                    <a:pt x="725" y="536"/>
                    <a:pt x="725" y="347"/>
                  </a:cubicBezTo>
                  <a:cubicBezTo>
                    <a:pt x="725" y="158"/>
                    <a:pt x="567" y="0"/>
                    <a:pt x="378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" name="Google Shape;400;p24"/>
            <p:cNvSpPr/>
            <p:nvPr/>
          </p:nvSpPr>
          <p:spPr>
            <a:xfrm>
              <a:off x="-2540185" y="2649150"/>
              <a:ext cx="18125" cy="18150"/>
            </a:xfrm>
            <a:custGeom>
              <a:avLst/>
              <a:gdLst/>
              <a:ahLst/>
              <a:cxnLst/>
              <a:rect l="l" t="t" r="r" b="b"/>
              <a:pathLst>
                <a:path w="725" h="726" extrusionOk="0">
                  <a:moveTo>
                    <a:pt x="378" y="1"/>
                  </a:moveTo>
                  <a:cubicBezTo>
                    <a:pt x="158" y="1"/>
                    <a:pt x="0" y="159"/>
                    <a:pt x="0" y="379"/>
                  </a:cubicBezTo>
                  <a:cubicBezTo>
                    <a:pt x="0" y="568"/>
                    <a:pt x="158" y="726"/>
                    <a:pt x="378" y="726"/>
                  </a:cubicBezTo>
                  <a:cubicBezTo>
                    <a:pt x="567" y="726"/>
                    <a:pt x="725" y="568"/>
                    <a:pt x="725" y="379"/>
                  </a:cubicBezTo>
                  <a:cubicBezTo>
                    <a:pt x="725" y="159"/>
                    <a:pt x="567" y="1"/>
                    <a:pt x="378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01" name="Google Shape;401;p24"/>
          <p:cNvSpPr/>
          <p:nvPr/>
        </p:nvSpPr>
        <p:spPr>
          <a:xfrm>
            <a:off x="0" y="3279575"/>
            <a:ext cx="2031600" cy="4815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857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9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Data &amp; Model</a:t>
            </a:r>
            <a:endParaRPr sz="1900" b="1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pic>
        <p:nvPicPr>
          <p:cNvPr id="385" name="Google Shape;385;p24" title="Screenshot 2025-09-28 03233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94000" y="1409450"/>
            <a:ext cx="4898375" cy="95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2" name="Google Shape;402;p24" title="Screenshot 2025-09-28 032646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78525" y="3584975"/>
            <a:ext cx="5466750" cy="496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25"/>
          <p:cNvSpPr/>
          <p:nvPr/>
        </p:nvSpPr>
        <p:spPr>
          <a:xfrm>
            <a:off x="686725" y="1543775"/>
            <a:ext cx="8000075" cy="3192900"/>
          </a:xfrm>
          <a:prstGeom prst="roundRect">
            <a:avLst>
              <a:gd name="adj" fmla="val 7339"/>
            </a:avLst>
          </a:prstGeom>
          <a:solidFill>
            <a:schemeClr val="lt1"/>
          </a:solidFill>
          <a:ln w="190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8" name="Google Shape;408;p25"/>
          <p:cNvSpPr/>
          <p:nvPr/>
        </p:nvSpPr>
        <p:spPr>
          <a:xfrm>
            <a:off x="3704279" y="1003526"/>
            <a:ext cx="1198800" cy="11988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09" name="Google Shape;409;p25"/>
          <p:cNvGrpSpPr/>
          <p:nvPr/>
        </p:nvGrpSpPr>
        <p:grpSpPr>
          <a:xfrm>
            <a:off x="4151365" y="1333470"/>
            <a:ext cx="420635" cy="420610"/>
            <a:chOff x="946175" y="3619500"/>
            <a:chExt cx="296975" cy="293825"/>
          </a:xfrm>
        </p:grpSpPr>
        <p:sp>
          <p:nvSpPr>
            <p:cNvPr id="410" name="Google Shape;410;p25"/>
            <p:cNvSpPr/>
            <p:nvPr/>
          </p:nvSpPr>
          <p:spPr>
            <a:xfrm>
              <a:off x="963525" y="3619500"/>
              <a:ext cx="207950" cy="293825"/>
            </a:xfrm>
            <a:custGeom>
              <a:avLst/>
              <a:gdLst/>
              <a:ahLst/>
              <a:cxnLst/>
              <a:rect l="l" t="t" r="r" b="b"/>
              <a:pathLst>
                <a:path w="8318" h="11753" extrusionOk="0">
                  <a:moveTo>
                    <a:pt x="3828" y="2742"/>
                  </a:moveTo>
                  <a:cubicBezTo>
                    <a:pt x="3915" y="2742"/>
                    <a:pt x="4001" y="2773"/>
                    <a:pt x="4064" y="2836"/>
                  </a:cubicBezTo>
                  <a:cubicBezTo>
                    <a:pt x="4253" y="2994"/>
                    <a:pt x="4253" y="3183"/>
                    <a:pt x="4096" y="3340"/>
                  </a:cubicBezTo>
                  <a:lnTo>
                    <a:pt x="2678" y="4695"/>
                  </a:lnTo>
                  <a:cubicBezTo>
                    <a:pt x="2615" y="4790"/>
                    <a:pt x="2520" y="4821"/>
                    <a:pt x="2457" y="4821"/>
                  </a:cubicBezTo>
                  <a:cubicBezTo>
                    <a:pt x="2363" y="4821"/>
                    <a:pt x="2268" y="4790"/>
                    <a:pt x="2205" y="4695"/>
                  </a:cubicBezTo>
                  <a:lnTo>
                    <a:pt x="1512" y="4002"/>
                  </a:lnTo>
                  <a:cubicBezTo>
                    <a:pt x="1386" y="3876"/>
                    <a:pt x="1386" y="3655"/>
                    <a:pt x="1512" y="3529"/>
                  </a:cubicBezTo>
                  <a:cubicBezTo>
                    <a:pt x="1575" y="3466"/>
                    <a:pt x="1662" y="3435"/>
                    <a:pt x="1749" y="3435"/>
                  </a:cubicBezTo>
                  <a:cubicBezTo>
                    <a:pt x="1835" y="3435"/>
                    <a:pt x="1922" y="3466"/>
                    <a:pt x="1985" y="3529"/>
                  </a:cubicBezTo>
                  <a:lnTo>
                    <a:pt x="2426" y="3971"/>
                  </a:lnTo>
                  <a:lnTo>
                    <a:pt x="3592" y="2836"/>
                  </a:lnTo>
                  <a:cubicBezTo>
                    <a:pt x="3655" y="2773"/>
                    <a:pt x="3741" y="2742"/>
                    <a:pt x="3828" y="2742"/>
                  </a:cubicBezTo>
                  <a:close/>
                  <a:moveTo>
                    <a:pt x="3828" y="4790"/>
                  </a:moveTo>
                  <a:cubicBezTo>
                    <a:pt x="3915" y="4790"/>
                    <a:pt x="4001" y="4821"/>
                    <a:pt x="4064" y="4884"/>
                  </a:cubicBezTo>
                  <a:cubicBezTo>
                    <a:pt x="4253" y="5042"/>
                    <a:pt x="4253" y="5262"/>
                    <a:pt x="4096" y="5388"/>
                  </a:cubicBezTo>
                  <a:lnTo>
                    <a:pt x="2678" y="6774"/>
                  </a:lnTo>
                  <a:cubicBezTo>
                    <a:pt x="2615" y="6837"/>
                    <a:pt x="2520" y="6869"/>
                    <a:pt x="2457" y="6869"/>
                  </a:cubicBezTo>
                  <a:cubicBezTo>
                    <a:pt x="2363" y="6869"/>
                    <a:pt x="2268" y="6837"/>
                    <a:pt x="2205" y="6774"/>
                  </a:cubicBezTo>
                  <a:lnTo>
                    <a:pt x="1512" y="6050"/>
                  </a:lnTo>
                  <a:cubicBezTo>
                    <a:pt x="1386" y="5924"/>
                    <a:pt x="1386" y="5703"/>
                    <a:pt x="1512" y="5577"/>
                  </a:cubicBezTo>
                  <a:cubicBezTo>
                    <a:pt x="1575" y="5514"/>
                    <a:pt x="1662" y="5483"/>
                    <a:pt x="1749" y="5483"/>
                  </a:cubicBezTo>
                  <a:cubicBezTo>
                    <a:pt x="1835" y="5483"/>
                    <a:pt x="1922" y="5514"/>
                    <a:pt x="1985" y="5577"/>
                  </a:cubicBezTo>
                  <a:lnTo>
                    <a:pt x="2426" y="6018"/>
                  </a:lnTo>
                  <a:lnTo>
                    <a:pt x="3592" y="4884"/>
                  </a:lnTo>
                  <a:cubicBezTo>
                    <a:pt x="3655" y="4821"/>
                    <a:pt x="3741" y="4790"/>
                    <a:pt x="3828" y="4790"/>
                  </a:cubicBezTo>
                  <a:close/>
                  <a:moveTo>
                    <a:pt x="3828" y="6869"/>
                  </a:moveTo>
                  <a:cubicBezTo>
                    <a:pt x="3915" y="6869"/>
                    <a:pt x="4001" y="6900"/>
                    <a:pt x="4064" y="6963"/>
                  </a:cubicBezTo>
                  <a:cubicBezTo>
                    <a:pt x="4253" y="7121"/>
                    <a:pt x="4253" y="7342"/>
                    <a:pt x="4096" y="7468"/>
                  </a:cubicBezTo>
                  <a:lnTo>
                    <a:pt x="2678" y="8854"/>
                  </a:lnTo>
                  <a:cubicBezTo>
                    <a:pt x="2615" y="8917"/>
                    <a:pt x="2520" y="8980"/>
                    <a:pt x="2457" y="8980"/>
                  </a:cubicBezTo>
                  <a:cubicBezTo>
                    <a:pt x="2363" y="8980"/>
                    <a:pt x="2268" y="8917"/>
                    <a:pt x="2205" y="8854"/>
                  </a:cubicBezTo>
                  <a:lnTo>
                    <a:pt x="1512" y="8129"/>
                  </a:lnTo>
                  <a:cubicBezTo>
                    <a:pt x="1386" y="8003"/>
                    <a:pt x="1386" y="7783"/>
                    <a:pt x="1512" y="7657"/>
                  </a:cubicBezTo>
                  <a:cubicBezTo>
                    <a:pt x="1575" y="7594"/>
                    <a:pt x="1662" y="7562"/>
                    <a:pt x="1749" y="7562"/>
                  </a:cubicBezTo>
                  <a:cubicBezTo>
                    <a:pt x="1835" y="7562"/>
                    <a:pt x="1922" y="7594"/>
                    <a:pt x="1985" y="7657"/>
                  </a:cubicBezTo>
                  <a:lnTo>
                    <a:pt x="2426" y="8098"/>
                  </a:lnTo>
                  <a:lnTo>
                    <a:pt x="3592" y="6963"/>
                  </a:lnTo>
                  <a:cubicBezTo>
                    <a:pt x="3655" y="6900"/>
                    <a:pt x="3741" y="6869"/>
                    <a:pt x="3828" y="6869"/>
                  </a:cubicBezTo>
                  <a:close/>
                  <a:moveTo>
                    <a:pt x="347" y="1"/>
                  </a:moveTo>
                  <a:cubicBezTo>
                    <a:pt x="158" y="1"/>
                    <a:pt x="0" y="158"/>
                    <a:pt x="0" y="347"/>
                  </a:cubicBezTo>
                  <a:lnTo>
                    <a:pt x="0" y="9673"/>
                  </a:lnTo>
                  <a:lnTo>
                    <a:pt x="6301" y="9673"/>
                  </a:lnTo>
                  <a:lnTo>
                    <a:pt x="6301" y="10397"/>
                  </a:lnTo>
                  <a:lnTo>
                    <a:pt x="6301" y="10744"/>
                  </a:lnTo>
                  <a:lnTo>
                    <a:pt x="6270" y="10744"/>
                  </a:lnTo>
                  <a:cubicBezTo>
                    <a:pt x="6270" y="11343"/>
                    <a:pt x="6742" y="11752"/>
                    <a:pt x="7278" y="11752"/>
                  </a:cubicBezTo>
                  <a:cubicBezTo>
                    <a:pt x="7876" y="11752"/>
                    <a:pt x="8317" y="11280"/>
                    <a:pt x="8317" y="10744"/>
                  </a:cubicBezTo>
                  <a:lnTo>
                    <a:pt x="8317" y="7972"/>
                  </a:lnTo>
                  <a:lnTo>
                    <a:pt x="7498" y="8822"/>
                  </a:lnTo>
                  <a:lnTo>
                    <a:pt x="5608" y="9547"/>
                  </a:lnTo>
                  <a:cubicBezTo>
                    <a:pt x="5497" y="9576"/>
                    <a:pt x="5390" y="9590"/>
                    <a:pt x="5288" y="9590"/>
                  </a:cubicBezTo>
                  <a:cubicBezTo>
                    <a:pt x="4954" y="9590"/>
                    <a:pt x="4674" y="9441"/>
                    <a:pt x="4505" y="9200"/>
                  </a:cubicBezTo>
                  <a:cubicBezTo>
                    <a:pt x="4316" y="8980"/>
                    <a:pt x="4222" y="8665"/>
                    <a:pt x="4316" y="8255"/>
                  </a:cubicBezTo>
                  <a:lnTo>
                    <a:pt x="5041" y="6365"/>
                  </a:lnTo>
                  <a:lnTo>
                    <a:pt x="8317" y="3088"/>
                  </a:lnTo>
                  <a:lnTo>
                    <a:pt x="8317" y="2773"/>
                  </a:lnTo>
                  <a:lnTo>
                    <a:pt x="5891" y="2773"/>
                  </a:lnTo>
                  <a:cubicBezTo>
                    <a:pt x="5671" y="2773"/>
                    <a:pt x="5513" y="2616"/>
                    <a:pt x="5513" y="2427"/>
                  </a:cubicBezTo>
                  <a:lnTo>
                    <a:pt x="551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" name="Google Shape;411;p25"/>
            <p:cNvSpPr/>
            <p:nvPr/>
          </p:nvSpPr>
          <p:spPr>
            <a:xfrm>
              <a:off x="1185625" y="3688025"/>
              <a:ext cx="57525" cy="55950"/>
            </a:xfrm>
            <a:custGeom>
              <a:avLst/>
              <a:gdLst/>
              <a:ahLst/>
              <a:cxnLst/>
              <a:rect l="l" t="t" r="r" b="b"/>
              <a:pathLst>
                <a:path w="2301" h="2238" extrusionOk="0">
                  <a:moveTo>
                    <a:pt x="1072" y="1"/>
                  </a:moveTo>
                  <a:cubicBezTo>
                    <a:pt x="890" y="1"/>
                    <a:pt x="709" y="64"/>
                    <a:pt x="568" y="190"/>
                  </a:cubicBezTo>
                  <a:lnTo>
                    <a:pt x="0" y="788"/>
                  </a:lnTo>
                  <a:lnTo>
                    <a:pt x="1450" y="2238"/>
                  </a:lnTo>
                  <a:lnTo>
                    <a:pt x="2048" y="1639"/>
                  </a:lnTo>
                  <a:cubicBezTo>
                    <a:pt x="2300" y="1387"/>
                    <a:pt x="2300" y="946"/>
                    <a:pt x="2048" y="662"/>
                  </a:cubicBezTo>
                  <a:lnTo>
                    <a:pt x="1576" y="190"/>
                  </a:lnTo>
                  <a:cubicBezTo>
                    <a:pt x="1434" y="64"/>
                    <a:pt x="1253" y="1"/>
                    <a:pt x="107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" name="Google Shape;412;p25"/>
            <p:cNvSpPr/>
            <p:nvPr/>
          </p:nvSpPr>
          <p:spPr>
            <a:xfrm>
              <a:off x="1088075" y="3795925"/>
              <a:ext cx="46375" cy="45025"/>
            </a:xfrm>
            <a:custGeom>
              <a:avLst/>
              <a:gdLst/>
              <a:ahLst/>
              <a:cxnLst/>
              <a:rect l="l" t="t" r="r" b="b"/>
              <a:pathLst>
                <a:path w="1855" h="1801" extrusionOk="0">
                  <a:moveTo>
                    <a:pt x="594" y="1"/>
                  </a:moveTo>
                  <a:lnTo>
                    <a:pt x="59" y="1387"/>
                  </a:lnTo>
                  <a:cubicBezTo>
                    <a:pt x="0" y="1621"/>
                    <a:pt x="186" y="1800"/>
                    <a:pt x="414" y="1800"/>
                  </a:cubicBezTo>
                  <a:cubicBezTo>
                    <a:pt x="432" y="1800"/>
                    <a:pt x="450" y="1799"/>
                    <a:pt x="468" y="1797"/>
                  </a:cubicBezTo>
                  <a:lnTo>
                    <a:pt x="1855" y="1261"/>
                  </a:lnTo>
                  <a:lnTo>
                    <a:pt x="59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" name="Google Shape;413;p25"/>
            <p:cNvSpPr/>
            <p:nvPr/>
          </p:nvSpPr>
          <p:spPr>
            <a:xfrm>
              <a:off x="1112375" y="3720325"/>
              <a:ext cx="97700" cy="97700"/>
            </a:xfrm>
            <a:custGeom>
              <a:avLst/>
              <a:gdLst/>
              <a:ahLst/>
              <a:cxnLst/>
              <a:rect l="l" t="t" r="r" b="b"/>
              <a:pathLst>
                <a:path w="3908" h="3908" extrusionOk="0">
                  <a:moveTo>
                    <a:pt x="2426" y="1"/>
                  </a:moveTo>
                  <a:lnTo>
                    <a:pt x="1" y="2458"/>
                  </a:lnTo>
                  <a:lnTo>
                    <a:pt x="1450" y="3907"/>
                  </a:lnTo>
                  <a:lnTo>
                    <a:pt x="3907" y="1481"/>
                  </a:lnTo>
                  <a:lnTo>
                    <a:pt x="242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" name="Google Shape;414;p25"/>
            <p:cNvSpPr/>
            <p:nvPr/>
          </p:nvSpPr>
          <p:spPr>
            <a:xfrm>
              <a:off x="1120250" y="3623450"/>
              <a:ext cx="47275" cy="47275"/>
            </a:xfrm>
            <a:custGeom>
              <a:avLst/>
              <a:gdLst/>
              <a:ahLst/>
              <a:cxnLst/>
              <a:rect l="l" t="t" r="r" b="b"/>
              <a:pathLst>
                <a:path w="1891" h="1891" extrusionOk="0">
                  <a:moveTo>
                    <a:pt x="1" y="0"/>
                  </a:moveTo>
                  <a:lnTo>
                    <a:pt x="1" y="1891"/>
                  </a:lnTo>
                  <a:lnTo>
                    <a:pt x="1891" y="1891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Google Shape;415;p25"/>
            <p:cNvSpPr/>
            <p:nvPr/>
          </p:nvSpPr>
          <p:spPr>
            <a:xfrm>
              <a:off x="946175" y="3879425"/>
              <a:ext cx="166225" cy="33900"/>
            </a:xfrm>
            <a:custGeom>
              <a:avLst/>
              <a:gdLst/>
              <a:ahLst/>
              <a:cxnLst/>
              <a:rect l="l" t="t" r="r" b="b"/>
              <a:pathLst>
                <a:path w="6649" h="1356" extrusionOk="0">
                  <a:moveTo>
                    <a:pt x="348" y="0"/>
                  </a:moveTo>
                  <a:cubicBezTo>
                    <a:pt x="158" y="0"/>
                    <a:pt x="1" y="190"/>
                    <a:pt x="1" y="347"/>
                  </a:cubicBezTo>
                  <a:lnTo>
                    <a:pt x="1" y="694"/>
                  </a:lnTo>
                  <a:cubicBezTo>
                    <a:pt x="1" y="1040"/>
                    <a:pt x="316" y="1355"/>
                    <a:pt x="694" y="1355"/>
                  </a:cubicBezTo>
                  <a:lnTo>
                    <a:pt x="6649" y="1355"/>
                  </a:lnTo>
                  <a:cubicBezTo>
                    <a:pt x="6428" y="1103"/>
                    <a:pt x="6302" y="725"/>
                    <a:pt x="6302" y="347"/>
                  </a:cubicBezTo>
                  <a:lnTo>
                    <a:pt x="630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26" name="Google Shape;426;p25"/>
          <p:cNvSpPr txBox="1"/>
          <p:nvPr/>
        </p:nvSpPr>
        <p:spPr>
          <a:xfrm>
            <a:off x="871268" y="2441300"/>
            <a:ext cx="7586007" cy="17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0" rIns="182875" bIns="0" anchor="ctr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latin typeface="Roboto" panose="02000000000000000000" pitchFamily="2" charset="0"/>
                <a:ea typeface="Roboto" panose="02000000000000000000" pitchFamily="2" charset="0"/>
              </a:rPr>
              <a:t>we aim to develop a large </a:t>
            </a:r>
            <a:r>
              <a:rPr lang="en-CH" sz="2000" dirty="0">
                <a:latin typeface="Roboto" panose="02000000000000000000" pitchFamily="2" charset="0"/>
                <a:ea typeface="Roboto" panose="02000000000000000000" pitchFamily="2" charset="0"/>
              </a:rPr>
              <a:t>Multimodal </a:t>
            </a:r>
            <a:r>
              <a:rPr lang="en-US" sz="2000" dirty="0">
                <a:latin typeface="Roboto" panose="02000000000000000000" pitchFamily="2" charset="0"/>
                <a:ea typeface="Roboto" panose="02000000000000000000" pitchFamily="2" charset="0"/>
              </a:rPr>
              <a:t>language model for emotion analysis that </a:t>
            </a:r>
            <a:r>
              <a:rPr lang="en-CH" sz="2000" dirty="0">
                <a:latin typeface="Roboto" panose="02000000000000000000" pitchFamily="2" charset="0"/>
                <a:ea typeface="Roboto" panose="02000000000000000000" pitchFamily="2" charset="0"/>
              </a:rPr>
              <a:t>Contain</a:t>
            </a:r>
            <a:r>
              <a:rPr lang="en-US" sz="2000" dirty="0">
                <a:latin typeface="Roboto" panose="02000000000000000000" pitchFamily="2" charset="0"/>
                <a:ea typeface="Roboto" panose="02000000000000000000" pitchFamily="2" charset="0"/>
              </a:rPr>
              <a:t> all Algerian dialects, including Darija and Tamazight.</a:t>
            </a:r>
            <a:endParaRPr sz="1500" dirty="0">
              <a:solidFill>
                <a:srgbClr val="000000"/>
              </a:solidFill>
              <a:latin typeface="Roboto" panose="02000000000000000000" pitchFamily="2" charset="0"/>
              <a:ea typeface="Roboto" panose="02000000000000000000" pitchFamily="2" charset="0"/>
              <a:cs typeface="Fira Sans Extra Condensed"/>
              <a:sym typeface="Fira Sans Extra Condensed"/>
            </a:endParaRPr>
          </a:p>
        </p:txBody>
      </p:sp>
      <p:sp>
        <p:nvSpPr>
          <p:cNvPr id="427" name="Google Shape;427;p25"/>
          <p:cNvSpPr txBox="1">
            <a:spLocks noGrp="1"/>
          </p:cNvSpPr>
          <p:nvPr>
            <p:ph type="ctrTitle" idx="4294967295"/>
          </p:nvPr>
        </p:nvSpPr>
        <p:spPr>
          <a:xfrm>
            <a:off x="2231887" y="159595"/>
            <a:ext cx="3888106" cy="68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dirty="0">
                <a:solidFill>
                  <a:schemeClr val="accent5"/>
                </a:solidFill>
              </a:rPr>
              <a:t>Future Work </a:t>
            </a:r>
            <a:endParaRPr sz="3600" dirty="0">
              <a:solidFill>
                <a:schemeClr val="accent5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2" name="Google Shape;432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101600"/>
            <a:ext cx="9042400" cy="3278105"/>
          </a:xfrm>
          <a:prstGeom prst="rect">
            <a:avLst/>
          </a:prstGeom>
          <a:noFill/>
          <a:ln>
            <a:noFill/>
          </a:ln>
        </p:spPr>
      </p:pic>
      <p:sp>
        <p:nvSpPr>
          <p:cNvPr id="433" name="Google Shape;433;p26"/>
          <p:cNvSpPr txBox="1"/>
          <p:nvPr/>
        </p:nvSpPr>
        <p:spPr>
          <a:xfrm>
            <a:off x="2687498" y="3722977"/>
            <a:ext cx="4929600" cy="1661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Houdna Khilouf</a:t>
            </a:r>
            <a:endParaRPr lang="en-CH" sz="1600" b="1" dirty="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LIMA Laboratory</a:t>
            </a:r>
            <a:endParaRPr lang="en-CH" sz="1600" b="1" dirty="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H" sz="1600" b="1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Ph.D. in Data Science</a:t>
            </a:r>
            <a:r>
              <a:rPr lang="en" sz="1600" b="1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br>
              <a:rPr lang="en" sz="1600" b="1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</a:br>
            <a:r>
              <a:rPr lang="en" sz="1600" b="1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Chadli Bendjedid University El Tarf, Algeria</a:t>
            </a:r>
            <a:endParaRPr lang="en-CH" sz="1600" b="1" dirty="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r>
              <a:rPr lang="en-US" sz="1600" b="1" dirty="0">
                <a:solidFill>
                  <a:schemeClr val="dk1"/>
                </a:solidFill>
                <a:uFill>
                  <a:noFill/>
                </a:uFill>
                <a:latin typeface="Trebuchet MS"/>
                <a:ea typeface="Trebuchet MS"/>
                <a:cs typeface="Trebuchet MS"/>
                <a:sym typeface="Trebuchet MS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h.khilouf@univ-eltarf.dz</a:t>
            </a:r>
            <a:endParaRPr lang="en-US" sz="1600" b="1" dirty="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b="1" dirty="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5" name="Google Shape;56;p13">
            <a:extLst>
              <a:ext uri="{FF2B5EF4-FFF2-40B4-BE49-F238E27FC236}">
                <a16:creationId xmlns:a16="http://schemas.microsoft.com/office/drawing/2014/main" id="{ABB23252-1624-4E55-9E77-029E07E7957E}"/>
              </a:ext>
            </a:extLst>
          </p:cNvPr>
          <p:cNvSpPr/>
          <p:nvPr/>
        </p:nvSpPr>
        <p:spPr>
          <a:xfrm>
            <a:off x="0" y="3389864"/>
            <a:ext cx="9144000" cy="257576"/>
          </a:xfrm>
          <a:custGeom>
            <a:avLst/>
            <a:gdLst/>
            <a:ahLst/>
            <a:cxnLst/>
            <a:rect l="l" t="t" r="r" b="b"/>
            <a:pathLst>
              <a:path w="31302" h="3150" extrusionOk="0">
                <a:moveTo>
                  <a:pt x="0" y="0"/>
                </a:moveTo>
                <a:lnTo>
                  <a:pt x="0" y="3149"/>
                </a:lnTo>
                <a:lnTo>
                  <a:pt x="31302" y="3149"/>
                </a:lnTo>
                <a:lnTo>
                  <a:pt x="31302" y="0"/>
                </a:lnTo>
                <a:close/>
              </a:path>
            </a:pathLst>
          </a:custGeom>
          <a:solidFill>
            <a:schemeClr val="accent6"/>
          </a:solidFill>
          <a:ln>
            <a:solidFill>
              <a:schemeClr val="accent6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ig Data Infographics by Slidesgo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C64E"/>
      </a:accent1>
      <a:accent2>
        <a:srgbClr val="FF8001"/>
      </a:accent2>
      <a:accent3>
        <a:srgbClr val="5FD0DB"/>
      </a:accent3>
      <a:accent4>
        <a:srgbClr val="32AAD9"/>
      </a:accent4>
      <a:accent5>
        <a:srgbClr val="1A569C"/>
      </a:accent5>
      <a:accent6>
        <a:srgbClr val="D55800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Simple Light">
    <a:dk1>
      <a:srgbClr val="000000"/>
    </a:dk1>
    <a:lt1>
      <a:srgbClr val="FFFFFF"/>
    </a:lt1>
    <a:dk2>
      <a:srgbClr val="595959"/>
    </a:dk2>
    <a:lt2>
      <a:srgbClr val="EEEEEE"/>
    </a:lt2>
    <a:accent1>
      <a:srgbClr val="FFC64E"/>
    </a:accent1>
    <a:accent2>
      <a:srgbClr val="FF8001"/>
    </a:accent2>
    <a:accent3>
      <a:srgbClr val="5FD0DB"/>
    </a:accent3>
    <a:accent4>
      <a:srgbClr val="32AAD9"/>
    </a:accent4>
    <a:accent5>
      <a:srgbClr val="1A569C"/>
    </a:accent5>
    <a:accent6>
      <a:srgbClr val="D55800"/>
    </a:accent6>
    <a:hlink>
      <a:srgbClr val="000000"/>
    </a:hlink>
    <a:folHlink>
      <a:srgbClr val="0097A7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3407</TotalTime>
  <Words>842</Words>
  <Application>Microsoft Office PowerPoint</Application>
  <PresentationFormat>On-screen Show (16:9)</PresentationFormat>
  <Paragraphs>123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14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31" baseType="lpstr">
      <vt:lpstr>Lato Light</vt:lpstr>
      <vt:lpstr>Fira Sans Extra Condensed</vt:lpstr>
      <vt:lpstr>quote-cjk-patch</vt:lpstr>
      <vt:lpstr>Trebuchet MS</vt:lpstr>
      <vt:lpstr>Roboto</vt:lpstr>
      <vt:lpstr>Arial Rounded MT Bold</vt:lpstr>
      <vt:lpstr>Fira Sans Extra Condensed SemiBold</vt:lpstr>
      <vt:lpstr>Roboto Medium</vt:lpstr>
      <vt:lpstr>Fira Sans Extra Condensed Black</vt:lpstr>
      <vt:lpstr>Wingdings</vt:lpstr>
      <vt:lpstr>Oswald</vt:lpstr>
      <vt:lpstr>Fira Sans Extra Condensed Medium</vt:lpstr>
      <vt:lpstr>Fira Sans</vt:lpstr>
      <vt:lpstr>Arial</vt:lpstr>
      <vt:lpstr>Big Data Infographics by Slidesgo</vt:lpstr>
      <vt:lpstr>Dz-Emotion: An Algerian Dialect Dataset for Text Based Emotion Detection</vt:lpstr>
      <vt:lpstr>Outline</vt:lpstr>
      <vt:lpstr>Introduction</vt:lpstr>
      <vt:lpstr>Main emotion modalities</vt:lpstr>
      <vt:lpstr>Arabic Speaking Countries 2025</vt:lpstr>
      <vt:lpstr>Challenges of Arabic Language </vt:lpstr>
      <vt:lpstr>Challenges of Arabic Language </vt:lpstr>
      <vt:lpstr>PowerPoint Presentation</vt:lpstr>
      <vt:lpstr>Problem Statement</vt:lpstr>
      <vt:lpstr>Proposed Solution</vt:lpstr>
      <vt:lpstr>Dz-Emotion</vt:lpstr>
      <vt:lpstr>Dz-EmoBERT</vt:lpstr>
      <vt:lpstr>Results &amp; Discussion</vt:lpstr>
      <vt:lpstr>Conclusion</vt:lpstr>
      <vt:lpstr>Future Work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Dz-Emotion: An Algerian Dialect Dataset for Text Based Emotion Detection</dc:title>
  <dc:creator>Error404</dc:creator>
  <cp:lastModifiedBy>Houdna Khilouf</cp:lastModifiedBy>
  <cp:revision>51</cp:revision>
  <dcterms:modified xsi:type="dcterms:W3CDTF">2026-09-29T13:09:42Z</dcterms:modified>
</cp:coreProperties>
</file>